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png" ContentType="image/png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mg-logo.png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kzentbalken"/>
          <p:cNvSpPr/>
          <p:nvPr userDrawn="1"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6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pic>
        <p:nvPicPr>
          <p:cNvPr id="3" name="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5800" y="548640"/>
            <a:ext cx="502920" cy="502920"/>
          </a:xfrm>
          <a:prstGeom prst="rect">
            <a:avLst/>
          </a:prstGeom>
        </p:spPr>
      </p:pic>
      <p:sp>
        <p:nvSpPr>
          <p:cNvPr id="4" name="Wortmarke"/>
          <p:cNvSpPr txBox="1"/>
          <p:nvPr userDrawn="1"/>
        </p:nvSpPr>
        <p:spPr>
          <a:xfrm>
            <a:off x="1325880" y="603504"/>
            <a:ext cx="3657600" cy="38404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r>
              <a:rPr lang="de-DE" sz="1600" b="1">
                <a:solidFill>
                  <a:srgbClr val="1C2024"/>
                </a:solidFill>
                <a:latin typeface="Arial"/>
                <a:cs typeface="Arial"/>
              </a:rPr>
              <a:t>MindGraph Notes</a:t>
            </a:r>
          </a:p>
        </p:txBody>
      </p:sp>
      <p:sp>
        <p:nvSpPr>
          <p:cNvPr id="5" name="Titel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10789920" cy="2103120"/>
          </a:xfrm>
          <a:prstGeom prst="rect">
            <a:avLst/>
          </a:prstGeom>
        </p:spPr>
        <p:txBody>
          <a:bodyPr anchor="b" lIns="0" tIns="0" rIns="0" bIns="0">
            <a:normAutofit/>
          </a:bodyPr>
          <a:lstStyle>
            <a:lvl1pPr marL="0" indent="0" algn="l">
              <a:lnSpc>
                <a:spcPct val="110000"/>
              </a:lnSpc>
              <a:buNone/>
              <a:defRPr sz="4000" b="1">
                <a:solidFill>
                  <a:srgbClr val="1C2024"/>
                </a:solidFill>
                <a:latin typeface="Arial"/>
                <a:cs typeface="Arial"/>
              </a:defRPr>
            </a:lvl1pPr>
          </a:lstStyle>
          <a:p>
            <a:r>
              <a:rPr lang="de-DE"/>
              <a:t>Titel der Präsentation</a:t>
            </a:r>
          </a:p>
        </p:txBody>
      </p:sp>
      <p:sp>
        <p:nvSpPr>
          <p:cNvPr id="6" name="Untertitel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10789920" cy="1280160"/>
          </a:xfrm>
          <a:prstGeom prst="rect">
            <a:avLst/>
          </a:prstGeom>
        </p:spPr>
        <p:txBody>
          <a:bodyPr anchor="t" lIns="0" tIns="0" rIns="0" bIns="0">
            <a:normAutofit/>
          </a:bodyPr>
          <a:lstStyle>
            <a:lvl1pPr marL="0" indent="0" algn="l">
              <a:lnSpc>
                <a:spcPct val="110000"/>
              </a:lnSpc>
              <a:buNone/>
              <a:defRPr sz="1700" b="0">
                <a:solidFill>
                  <a:srgbClr val="5B636D"/>
                </a:solidFill>
                <a:latin typeface="Arial"/>
                <a:cs typeface="Arial"/>
              </a:defRPr>
            </a:lvl1pPr>
          </a:lstStyle>
          <a:p>
            <a:r>
              <a:rPr lang="de-DE"/>
              <a:t>Untertitel · Anlass · Datum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chzeile"/>
          <p:cNvSpPr>
            <a:spLocks noGrp="1"/>
          </p:cNvSpPr>
          <p:nvPr>
            <p:ph type="body" sz="quarter" idx="13"/>
          </p:nvPr>
        </p:nvSpPr>
        <p:spPr>
          <a:xfrm>
            <a:off x="548640" y="320040"/>
            <a:ext cx="8229600" cy="274320"/>
          </a:xfrm>
          <a:prstGeom prst="rect">
            <a:avLst/>
          </a:prstGeom>
        </p:spPr>
        <p:txBody>
          <a:bodyPr anchor="b" lIns="0" tIns="0" rIns="0" bIns="0">
            <a:normAutofit/>
          </a:bodyPr>
          <a:lstStyle>
            <a:lvl1pPr marL="0" indent="0" algn="l">
              <a:lnSpc>
                <a:spcPct val="110000"/>
              </a:lnSpc>
              <a:buNone/>
              <a:defRPr sz="1000" b="1" cap="all">
                <a:solidFill>
                  <a:srgbClr val="1F6F6A"/>
                </a:solidFill>
                <a:latin typeface="Arial"/>
                <a:cs typeface="Arial"/>
              </a:defRPr>
            </a:lvl1pPr>
          </a:lstStyle>
          <a:p>
            <a:endParaRPr lang="de-DE"/>
          </a:p>
        </p:txBody>
      </p:sp>
      <p:sp>
        <p:nvSpPr>
          <p:cNvPr id="3" name="Titel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Inhal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Text</a:t>
            </a:r>
          </a:p>
        </p:txBody>
      </p:sp>
      <p:sp>
        <p:nvSpPr>
          <p:cNvPr id="5" name="Fußzeile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MindGraph Notes · {{ANLASS}}</a:t>
            </a:r>
          </a:p>
        </p:txBody>
      </p:sp>
      <p:sp>
        <p:nvSpPr>
          <p:cNvPr id="6" name="Foliennumm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chzeile"/>
          <p:cNvSpPr>
            <a:spLocks noGrp="1"/>
          </p:cNvSpPr>
          <p:nvPr>
            <p:ph type="body" sz="quarter" idx="13"/>
          </p:nvPr>
        </p:nvSpPr>
        <p:spPr>
          <a:xfrm>
            <a:off x="548640" y="320040"/>
            <a:ext cx="8229600" cy="274320"/>
          </a:xfrm>
          <a:prstGeom prst="rect">
            <a:avLst/>
          </a:prstGeom>
        </p:spPr>
        <p:txBody>
          <a:bodyPr anchor="b" lIns="0" tIns="0" rIns="0" bIns="0">
            <a:normAutofit/>
          </a:bodyPr>
          <a:lstStyle>
            <a:lvl1pPr marL="0" indent="0" algn="l">
              <a:lnSpc>
                <a:spcPct val="110000"/>
              </a:lnSpc>
              <a:buNone/>
              <a:defRPr sz="1000" b="1" cap="all">
                <a:solidFill>
                  <a:srgbClr val="1F6F6A"/>
                </a:solidFill>
                <a:latin typeface="Arial"/>
                <a:cs typeface="Arial"/>
              </a:defRPr>
            </a:lvl1pPr>
          </a:lstStyle>
          <a:p>
            <a:endParaRPr lang="de-DE"/>
          </a:p>
        </p:txBody>
      </p:sp>
      <p:sp>
        <p:nvSpPr>
          <p:cNvPr id="3" name="Titel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Inhalt links"/>
          <p:cNvSpPr>
            <a:spLocks noGrp="1"/>
          </p:cNvSpPr>
          <p:nvPr>
            <p:ph sz="half" idx="1"/>
          </p:nvPr>
        </p:nvSpPr>
        <p:spPr>
          <a:xfrm>
            <a:off x="548640" y="1737360"/>
            <a:ext cx="5413248" cy="43434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Text</a:t>
            </a:r>
          </a:p>
        </p:txBody>
      </p:sp>
      <p:sp>
        <p:nvSpPr>
          <p:cNvPr id="5" name="Inhalt rechts"/>
          <p:cNvSpPr>
            <a:spLocks noGrp="1"/>
          </p:cNvSpPr>
          <p:nvPr>
            <p:ph sz="half" idx="2"/>
          </p:nvPr>
        </p:nvSpPr>
        <p:spPr>
          <a:xfrm>
            <a:off x="6227064" y="1737360"/>
            <a:ext cx="5413248" cy="43434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Text</a:t>
            </a:r>
          </a:p>
        </p:txBody>
      </p:sp>
      <p:sp>
        <p:nvSpPr>
          <p:cNvPr id="6" name="Fußzeile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MindGraph Notes · {{ANLASS}}</a:t>
            </a:r>
          </a:p>
        </p:txBody>
      </p:sp>
      <p:sp>
        <p:nvSpPr>
          <p:cNvPr id="7" name="Foliennumm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Abschnitt">
    <p:bg>
      <p:bgPr>
        <a:solidFill>
          <a:srgbClr val="22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chzeile"/>
          <p:cNvSpPr>
            <a:spLocks noGrp="1"/>
          </p:cNvSpPr>
          <p:nvPr>
            <p:ph type="body" sz="quarter" idx="13"/>
          </p:nvPr>
        </p:nvSpPr>
        <p:spPr>
          <a:xfrm>
            <a:off x="548640" y="2606040"/>
            <a:ext cx="8229600" cy="274320"/>
          </a:xfrm>
          <a:prstGeom prst="rect">
            <a:avLst/>
          </a:prstGeom>
        </p:spPr>
        <p:txBody>
          <a:bodyPr anchor="b" lIns="0" tIns="0" rIns="0" bIns="0">
            <a:normAutofit/>
          </a:bodyPr>
          <a:lstStyle>
            <a:lvl1pPr marL="0" indent="0" algn="l">
              <a:lnSpc>
                <a:spcPct val="110000"/>
              </a:lnSpc>
              <a:buNone/>
              <a:defRPr sz="1000" b="1" cap="all">
                <a:solidFill>
                  <a:srgbClr val="9FD3CB"/>
                </a:solidFill>
                <a:latin typeface="Arial"/>
                <a:cs typeface="Arial"/>
              </a:defRPr>
            </a:lvl1pPr>
          </a:lstStyle>
          <a:p>
            <a:endParaRPr lang="de-DE"/>
          </a:p>
        </p:txBody>
      </p:sp>
      <p:sp>
        <p:nvSpPr>
          <p:cNvPr id="3" name="Titel"/>
          <p:cNvSpPr>
            <a:spLocks noGrp="1"/>
          </p:cNvSpPr>
          <p:nvPr>
            <p:ph type="title"/>
          </p:nvPr>
        </p:nvSpPr>
        <p:spPr>
          <a:xfrm>
            <a:off x="548640" y="2926080"/>
            <a:ext cx="10972800" cy="1051560"/>
          </a:xfrm>
          <a:prstGeom prst="rect">
            <a:avLst/>
          </a:prstGeom>
        </p:spPr>
        <p:txBody>
          <a:bodyPr anchor="t" lIns="0" tIns="0" rIns="0" bIns="0">
            <a:normAutofit/>
          </a:bodyPr>
          <a:lstStyle>
            <a:lvl1pPr marL="0" indent="0" algn="l">
              <a:lnSpc>
                <a:spcPct val="110000"/>
              </a:lnSpc>
              <a:buNone/>
              <a:defRPr sz="3400" b="1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de-DE"/>
              <a:t>Abschnitt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/>
          </p:nvPr>
        </p:nvSpPr>
        <p:spPr>
          <a:xfrm>
            <a:off x="548640" y="3840480"/>
            <a:ext cx="10972800" cy="1097280"/>
          </a:xfrm>
          <a:prstGeom prst="rect">
            <a:avLst/>
          </a:prstGeom>
        </p:spPr>
        <p:txBody>
          <a:bodyPr anchor="t" lIns="0" tIns="0" rIns="0" bIns="0">
            <a:normAutofit/>
          </a:bodyPr>
          <a:lstStyle>
            <a:lvl1pPr marL="0" indent="0" algn="l">
              <a:lnSpc>
                <a:spcPct val="110000"/>
              </a:lnSpc>
              <a:buNone/>
              <a:defRPr sz="1600" b="0">
                <a:solidFill>
                  <a:srgbClr val="B9C2CC"/>
                </a:solidFill>
                <a:latin typeface="Arial"/>
                <a:cs typeface="Arial"/>
              </a:defRPr>
            </a:lvl1pPr>
          </a:lstStyle>
          <a:p>
            <a:r>
              <a:rPr lang="de-DE"/>
              <a:t>Worum es in diesem Teil geht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chzeile"/>
          <p:cNvSpPr>
            <a:spLocks noGrp="1"/>
          </p:cNvSpPr>
          <p:nvPr>
            <p:ph type="body" sz="quarter" idx="13"/>
          </p:nvPr>
        </p:nvSpPr>
        <p:spPr>
          <a:xfrm>
            <a:off x="548640" y="320040"/>
            <a:ext cx="8229600" cy="274320"/>
          </a:xfrm>
          <a:prstGeom prst="rect">
            <a:avLst/>
          </a:prstGeom>
        </p:spPr>
        <p:txBody>
          <a:bodyPr anchor="b" lIns="0" tIns="0" rIns="0" bIns="0">
            <a:normAutofit/>
          </a:bodyPr>
          <a:lstStyle>
            <a:lvl1pPr marL="0" indent="0" algn="l">
              <a:lnSpc>
                <a:spcPct val="110000"/>
              </a:lnSpc>
              <a:buNone/>
              <a:defRPr sz="1000" b="1" cap="all">
                <a:solidFill>
                  <a:srgbClr val="1F6F6A"/>
                </a:solidFill>
                <a:latin typeface="Arial"/>
                <a:cs typeface="Arial"/>
              </a:defRPr>
            </a:lvl1pPr>
          </a:lstStyle>
          <a:p>
            <a:endParaRPr lang="de-DE"/>
          </a:p>
        </p:txBody>
      </p:sp>
      <p:sp>
        <p:nvSpPr>
          <p:cNvPr id="3" name="Titel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MindGraph Notes · {{ANLASS}}</a:t>
            </a:r>
          </a:p>
        </p:txBody>
      </p:sp>
      <p:sp>
        <p:nvSpPr>
          <p:cNvPr id="5" name="Foliennumm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chzeile"/>
          <p:cNvSpPr>
            <a:spLocks noGrp="1"/>
          </p:cNvSpPr>
          <p:nvPr>
            <p:ph type="body" sz="quarter" idx="13"/>
          </p:nvPr>
        </p:nvSpPr>
        <p:spPr>
          <a:xfrm>
            <a:off x="548640" y="320040"/>
            <a:ext cx="8229600" cy="274320"/>
          </a:xfrm>
          <a:prstGeom prst="rect">
            <a:avLst/>
          </a:prstGeom>
        </p:spPr>
        <p:txBody>
          <a:bodyPr anchor="b" lIns="0" tIns="0" rIns="0" bIns="0">
            <a:normAutofit/>
          </a:bodyPr>
          <a:lstStyle>
            <a:lvl1pPr marL="0" indent="0" algn="l">
              <a:lnSpc>
                <a:spcPct val="110000"/>
              </a:lnSpc>
              <a:buNone/>
              <a:defRPr sz="1000" b="1" cap="all">
                <a:solidFill>
                  <a:srgbClr val="1F6F6A"/>
                </a:solidFill>
                <a:latin typeface="Arial"/>
                <a:cs typeface="Arial"/>
              </a:defRPr>
            </a:lvl1pPr>
          </a:lstStyle>
          <a:p>
            <a:endParaRPr lang="de-DE"/>
          </a:p>
        </p:txBody>
      </p:sp>
      <p:sp>
        <p:nvSpPr>
          <p:cNvPr id="3" name="Titel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"/>
          <p:cNvSpPr>
            <a:spLocks noGrp="1"/>
          </p:cNvSpPr>
          <p:nvPr>
            <p:ph type="pic" idx="1"/>
          </p:nvPr>
        </p:nvSpPr>
        <p:spPr>
          <a:xfrm>
            <a:off x="6227064" y="1737360"/>
            <a:ext cx="5413248" cy="434340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5" name="Text"/>
          <p:cNvSpPr>
            <a:spLocks noGrp="1"/>
          </p:cNvSpPr>
          <p:nvPr>
            <p:ph type="body" sz="half" idx="2"/>
          </p:nvPr>
        </p:nvSpPr>
        <p:spPr>
          <a:xfrm>
            <a:off x="548640" y="1737360"/>
            <a:ext cx="5413248" cy="4343400"/>
          </a:xfrm>
          <a:prstGeom prst="rect">
            <a:avLst/>
          </a:prstGeom>
        </p:spPr>
        <p:txBody>
          <a:bodyPr/>
          <a:lstStyle>
            <a:lvl1pPr marL="274320" indent="-274320" algn="l">
              <a:lnSpc>
                <a:spcPct val="110000"/>
              </a:lnSpc>
              <a:spcBef>
                <a:spcPts val="600"/>
              </a:spcBef>
              <a:buClr>
                <a:srgbClr val="1F6F6A"/>
              </a:buClr>
              <a:buFont typeface="Arial"/>
              <a:buChar char="•"/>
              <a:defRPr sz="1600" b="0">
                <a:solidFill>
                  <a:srgbClr val="1C2024"/>
                </a:solidFill>
                <a:latin typeface="Arial"/>
                <a:cs typeface="Arial"/>
              </a:defRPr>
            </a:lvl1pPr>
          </a:lstStyle>
          <a:p>
            <a:r>
              <a:rPr lang="de-DE"/>
              <a:t>Text</a:t>
            </a:r>
          </a:p>
        </p:txBody>
      </p:sp>
      <p:sp>
        <p:nvSpPr>
          <p:cNvPr id="6" name="Fußzeile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MindGraph Notes · {{ANLASS}}</a:t>
            </a:r>
          </a:p>
        </p:txBody>
      </p:sp>
      <p:sp>
        <p:nvSpPr>
          <p:cNvPr id="7" name="Foliennumm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 showMasterSp="0">
  <p:cSld name="Abschluss">
    <p:bg>
      <p:bgPr>
        <a:solidFill>
          <a:srgbClr val="22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chzeile"/>
          <p:cNvSpPr>
            <a:spLocks noGrp="1"/>
          </p:cNvSpPr>
          <p:nvPr>
            <p:ph type="body" sz="quarter" idx="13"/>
          </p:nvPr>
        </p:nvSpPr>
        <p:spPr>
          <a:xfrm>
            <a:off x="548640" y="457200"/>
            <a:ext cx="8229600" cy="274320"/>
          </a:xfrm>
          <a:prstGeom prst="rect">
            <a:avLst/>
          </a:prstGeom>
        </p:spPr>
        <p:txBody>
          <a:bodyPr anchor="b" lIns="0" tIns="0" rIns="0" bIns="0">
            <a:normAutofit/>
          </a:bodyPr>
          <a:lstStyle>
            <a:lvl1pPr marL="0" indent="0" algn="l">
              <a:lnSpc>
                <a:spcPct val="110000"/>
              </a:lnSpc>
              <a:buNone/>
              <a:defRPr sz="1000" b="1" cap="all">
                <a:solidFill>
                  <a:srgbClr val="9FD3CB"/>
                </a:solidFill>
                <a:latin typeface="Arial"/>
                <a:cs typeface="Arial"/>
              </a:defRPr>
            </a:lvl1pPr>
          </a:lstStyle>
          <a:p>
            <a:endParaRPr lang="de-DE"/>
          </a:p>
        </p:txBody>
      </p:sp>
      <p:sp>
        <p:nvSpPr>
          <p:cNvPr id="3" name="Titel"/>
          <p:cNvSpPr>
            <a:spLocks noGrp="1"/>
          </p:cNvSpPr>
          <p:nvPr>
            <p:ph type="title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</p:spPr>
        <p:txBody>
          <a:bodyPr anchor="t" lIns="0" tIns="0" rIns="0" bIns="0">
            <a:normAutofit/>
          </a:bodyPr>
          <a:lstStyle>
            <a:lvl1pPr marL="0" indent="0" algn="l">
              <a:lnSpc>
                <a:spcPct val="110000"/>
              </a:lnSpc>
              <a:buNone/>
              <a:defRPr sz="3000" b="1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r>
              <a:rPr lang="de-DE"/>
              <a:t>Nächste Schritte</a:t>
            </a:r>
          </a:p>
        </p:txBody>
      </p:sp>
      <p:sp>
        <p:nvSpPr>
          <p:cNvPr id="4" name="Inhalt"/>
          <p:cNvSpPr>
            <a:spLocks noGrp="1"/>
          </p:cNvSpPr>
          <p:nvPr>
            <p:ph idx="1"/>
          </p:nvPr>
        </p:nvSpPr>
        <p:spPr>
          <a:xfrm>
            <a:off x="548640" y="2011680"/>
            <a:ext cx="11091672" cy="4023360"/>
          </a:xfrm>
          <a:prstGeom prst="rect">
            <a:avLst/>
          </a:prstGeom>
        </p:spPr>
        <p:txBody>
          <a:bodyPr/>
          <a:lstStyle>
            <a:lvl1pPr marL="274320" indent="-274320" algn="l">
              <a:lnSpc>
                <a:spcPct val="110000"/>
              </a:lnSpc>
              <a:spcBef>
                <a:spcPts val="800"/>
              </a:spcBef>
              <a:buClr>
                <a:srgbClr val="9FD3CB"/>
              </a:buClr>
              <a:buFont typeface="Arial"/>
              <a:buChar char="–"/>
              <a:defRPr sz="1600" b="0">
                <a:solidFill>
                  <a:srgbClr val="E6EAEF"/>
                </a:solidFill>
                <a:latin typeface="Arial"/>
                <a:cs typeface="Arial"/>
              </a:defRPr>
            </a:lvl1pPr>
            <a:lvl2pPr marL="594360" indent="-256032" algn="l">
              <a:lnSpc>
                <a:spcPct val="110000"/>
              </a:lnSpc>
              <a:spcBef>
                <a:spcPts val="400"/>
              </a:spcBef>
              <a:buClr>
                <a:srgbClr val="B9C2CC"/>
              </a:buClr>
              <a:buFont typeface="Arial"/>
              <a:buChar char="–"/>
              <a:defRPr sz="1400" b="0">
                <a:solidFill>
                  <a:srgbClr val="B9C2CC"/>
                </a:solidFill>
                <a:latin typeface="Arial"/>
                <a:cs typeface="Arial"/>
              </a:defRPr>
            </a:lvl2pPr>
          </a:lstStyle>
          <a:p>
            <a:r>
              <a:rPr lang="de-DE"/>
              <a:t>Text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Drei Kar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chzeile"/>
          <p:cNvSpPr>
            <a:spLocks noGrp="1"/>
          </p:cNvSpPr>
          <p:nvPr>
            <p:ph type="body" sz="quarter" idx="13"/>
          </p:nvPr>
        </p:nvSpPr>
        <p:spPr>
          <a:xfrm>
            <a:off x="548640" y="320040"/>
            <a:ext cx="8229600" cy="274320"/>
          </a:xfrm>
          <a:prstGeom prst="rect">
            <a:avLst/>
          </a:prstGeom>
        </p:spPr>
        <p:txBody>
          <a:bodyPr anchor="b" lIns="0" tIns="0" rIns="0" bIns="0">
            <a:normAutofit/>
          </a:bodyPr>
          <a:lstStyle>
            <a:lvl1pPr marL="0" indent="0" algn="l">
              <a:lnSpc>
                <a:spcPct val="110000"/>
              </a:lnSpc>
              <a:buNone/>
              <a:defRPr sz="1000" b="1" cap="all">
                <a:solidFill>
                  <a:srgbClr val="1F6F6A"/>
                </a:solidFill>
                <a:latin typeface="Arial"/>
                <a:cs typeface="Arial"/>
              </a:defRPr>
            </a:lvl1pPr>
          </a:lstStyle>
          <a:p>
            <a:endParaRPr lang="de-DE"/>
          </a:p>
        </p:txBody>
      </p:sp>
      <p:sp>
        <p:nvSpPr>
          <p:cNvPr id="3" name="Titel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Karte 1"/>
          <p:cNvSpPr>
            <a:spLocks noGrp="1"/>
          </p:cNvSpPr>
          <p:nvPr>
            <p:ph type="body" sz="quarter" idx="20"/>
          </p:nvPr>
        </p:nvSpPr>
        <p:spPr>
          <a:xfrm>
            <a:off x="548640" y="1737360"/>
            <a:ext cx="3563112" cy="420624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txBody>
          <a:bodyPr lIns="164592" tIns="164592" rIns="164592" bIns="164592" anchor="t">
            <a:normAutofit/>
          </a:bodyPr>
          <a:lstStyle>
            <a:lvl1pPr marL="0" indent="0" algn="l">
              <a:lnSpc>
                <a:spcPct val="110000"/>
              </a:lnSpc>
              <a:spcAft>
                <a:spcPts val="200"/>
              </a:spcAft>
              <a:buNone/>
              <a:defRPr sz="900" b="1" cap="all">
                <a:solidFill>
                  <a:srgbClr val="1F6F6A"/>
                </a:solidFill>
                <a:latin typeface="Arial"/>
                <a:cs typeface="Arial"/>
              </a:defRPr>
            </a:lvl1pPr>
            <a:lvl2pPr marL="0" indent="0" algn="l">
              <a:lnSpc>
                <a:spcPct val="105000"/>
              </a:lnSpc>
              <a:spcBef>
                <a:spcPts val="200"/>
              </a:spcBef>
              <a:buNone/>
              <a:defRPr sz="1500" b="1">
                <a:solidFill>
                  <a:srgbClr val="1C2024"/>
                </a:solidFill>
                <a:latin typeface="Arial"/>
                <a:cs typeface="Arial"/>
              </a:defRPr>
            </a:lvl2pPr>
            <a:lvl3pPr marL="0" indent="0" algn="l">
              <a:lnSpc>
                <a:spcPct val="120000"/>
              </a:lnSpc>
              <a:spcBef>
                <a:spcPts val="600"/>
              </a:spcBef>
              <a:buNone/>
              <a:defRPr sz="1150" b="0">
                <a:solidFill>
                  <a:srgbClr val="1C2024"/>
                </a:solidFill>
                <a:latin typeface="Arial"/>
                <a:cs typeface="Arial"/>
              </a:defRPr>
            </a:lvl3pPr>
          </a:lstStyle>
          <a:p>
            <a:pPr lvl="1"/>
            <a:endParaRPr lang="de-DE"/>
          </a:p>
        </p:txBody>
      </p:sp>
      <p:sp>
        <p:nvSpPr>
          <p:cNvPr id="5" name="Karte 2"/>
          <p:cNvSpPr>
            <a:spLocks noGrp="1"/>
          </p:cNvSpPr>
          <p:nvPr>
            <p:ph type="body" sz="quarter" idx="21"/>
          </p:nvPr>
        </p:nvSpPr>
        <p:spPr>
          <a:xfrm>
            <a:off x="4312920" y="1737360"/>
            <a:ext cx="3563112" cy="420624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txBody>
          <a:bodyPr lIns="164592" tIns="164592" rIns="164592" bIns="164592" anchor="t">
            <a:normAutofit/>
          </a:bodyPr>
          <a:lstStyle>
            <a:lvl1pPr marL="0" indent="0" algn="l">
              <a:lnSpc>
                <a:spcPct val="110000"/>
              </a:lnSpc>
              <a:spcAft>
                <a:spcPts val="200"/>
              </a:spcAft>
              <a:buNone/>
              <a:defRPr sz="900" b="1" cap="all">
                <a:solidFill>
                  <a:srgbClr val="1F6F6A"/>
                </a:solidFill>
                <a:latin typeface="Arial"/>
                <a:cs typeface="Arial"/>
              </a:defRPr>
            </a:lvl1pPr>
            <a:lvl2pPr marL="0" indent="0" algn="l">
              <a:lnSpc>
                <a:spcPct val="105000"/>
              </a:lnSpc>
              <a:spcBef>
                <a:spcPts val="200"/>
              </a:spcBef>
              <a:buNone/>
              <a:defRPr sz="1500" b="1">
                <a:solidFill>
                  <a:srgbClr val="1C2024"/>
                </a:solidFill>
                <a:latin typeface="Arial"/>
                <a:cs typeface="Arial"/>
              </a:defRPr>
            </a:lvl2pPr>
            <a:lvl3pPr marL="0" indent="0" algn="l">
              <a:lnSpc>
                <a:spcPct val="120000"/>
              </a:lnSpc>
              <a:spcBef>
                <a:spcPts val="600"/>
              </a:spcBef>
              <a:buNone/>
              <a:defRPr sz="1150" b="0">
                <a:solidFill>
                  <a:srgbClr val="1C2024"/>
                </a:solidFill>
                <a:latin typeface="Arial"/>
                <a:cs typeface="Arial"/>
              </a:defRPr>
            </a:lvl3pPr>
          </a:lstStyle>
          <a:p>
            <a:pPr lvl="1"/>
            <a:endParaRPr lang="de-DE"/>
          </a:p>
        </p:txBody>
      </p:sp>
      <p:sp>
        <p:nvSpPr>
          <p:cNvPr id="6" name="Karte 3"/>
          <p:cNvSpPr>
            <a:spLocks noGrp="1"/>
          </p:cNvSpPr>
          <p:nvPr>
            <p:ph type="body" sz="quarter" idx="22"/>
          </p:nvPr>
        </p:nvSpPr>
        <p:spPr>
          <a:xfrm>
            <a:off x="8077200" y="1737360"/>
            <a:ext cx="3563112" cy="420624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txBody>
          <a:bodyPr lIns="164592" tIns="164592" rIns="164592" bIns="164592" anchor="t">
            <a:normAutofit/>
          </a:bodyPr>
          <a:lstStyle>
            <a:lvl1pPr marL="0" indent="0" algn="l">
              <a:lnSpc>
                <a:spcPct val="110000"/>
              </a:lnSpc>
              <a:spcAft>
                <a:spcPts val="200"/>
              </a:spcAft>
              <a:buNone/>
              <a:defRPr sz="900" b="1" cap="all">
                <a:solidFill>
                  <a:srgbClr val="1F6F6A"/>
                </a:solidFill>
                <a:latin typeface="Arial"/>
                <a:cs typeface="Arial"/>
              </a:defRPr>
            </a:lvl1pPr>
            <a:lvl2pPr marL="0" indent="0" algn="l">
              <a:lnSpc>
                <a:spcPct val="105000"/>
              </a:lnSpc>
              <a:spcBef>
                <a:spcPts val="200"/>
              </a:spcBef>
              <a:buNone/>
              <a:defRPr sz="1500" b="1">
                <a:solidFill>
                  <a:srgbClr val="1C2024"/>
                </a:solidFill>
                <a:latin typeface="Arial"/>
                <a:cs typeface="Arial"/>
              </a:defRPr>
            </a:lvl2pPr>
            <a:lvl3pPr marL="0" indent="0" algn="l">
              <a:lnSpc>
                <a:spcPct val="120000"/>
              </a:lnSpc>
              <a:spcBef>
                <a:spcPts val="600"/>
              </a:spcBef>
              <a:buNone/>
              <a:defRPr sz="1150" b="0">
                <a:solidFill>
                  <a:srgbClr val="1C2024"/>
                </a:solidFill>
                <a:latin typeface="Arial"/>
                <a:cs typeface="Arial"/>
              </a:defRPr>
            </a:lvl3pPr>
          </a:lstStyle>
          <a:p>
            <a:pPr lvl="1"/>
            <a:endParaRPr lang="de-DE"/>
          </a:p>
        </p:txBody>
      </p:sp>
      <p:sp>
        <p:nvSpPr>
          <p:cNvPr id="8" name="Fußzeile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MindGraph Notes · {{ANLASS}}</a:t>
            </a:r>
          </a:p>
        </p:txBody>
      </p:sp>
      <p:sp>
        <p:nvSpPr>
          <p:cNvPr id="9" name="Foliennumm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Vier Kar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chzeile"/>
          <p:cNvSpPr>
            <a:spLocks noGrp="1"/>
          </p:cNvSpPr>
          <p:nvPr>
            <p:ph type="body" sz="quarter" idx="13"/>
          </p:nvPr>
        </p:nvSpPr>
        <p:spPr>
          <a:xfrm>
            <a:off x="548640" y="320040"/>
            <a:ext cx="8229600" cy="274320"/>
          </a:xfrm>
          <a:prstGeom prst="rect">
            <a:avLst/>
          </a:prstGeom>
        </p:spPr>
        <p:txBody>
          <a:bodyPr anchor="b" lIns="0" tIns="0" rIns="0" bIns="0">
            <a:normAutofit/>
          </a:bodyPr>
          <a:lstStyle>
            <a:lvl1pPr marL="0" indent="0" algn="l">
              <a:lnSpc>
                <a:spcPct val="110000"/>
              </a:lnSpc>
              <a:buNone/>
              <a:defRPr sz="1000" b="1" cap="all">
                <a:solidFill>
                  <a:srgbClr val="1F6F6A"/>
                </a:solidFill>
                <a:latin typeface="Arial"/>
                <a:cs typeface="Arial"/>
              </a:defRPr>
            </a:lvl1pPr>
          </a:lstStyle>
          <a:p>
            <a:endParaRPr lang="de-DE"/>
          </a:p>
        </p:txBody>
      </p:sp>
      <p:sp>
        <p:nvSpPr>
          <p:cNvPr id="3" name="Titel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Karte 1"/>
          <p:cNvSpPr>
            <a:spLocks noGrp="1"/>
          </p:cNvSpPr>
          <p:nvPr>
            <p:ph type="body" sz="quarter" idx="20"/>
          </p:nvPr>
        </p:nvSpPr>
        <p:spPr>
          <a:xfrm>
            <a:off x="548640" y="1737360"/>
            <a:ext cx="2635758" cy="420624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txBody>
          <a:bodyPr lIns="164592" tIns="164592" rIns="164592" bIns="164592" anchor="t">
            <a:normAutofit/>
          </a:bodyPr>
          <a:lstStyle>
            <a:lvl1pPr marL="0" indent="0" algn="l">
              <a:lnSpc>
                <a:spcPct val="110000"/>
              </a:lnSpc>
              <a:spcAft>
                <a:spcPts val="200"/>
              </a:spcAft>
              <a:buNone/>
              <a:defRPr sz="900" b="1" cap="all">
                <a:solidFill>
                  <a:srgbClr val="1F6F6A"/>
                </a:solidFill>
                <a:latin typeface="Arial"/>
                <a:cs typeface="Arial"/>
              </a:defRPr>
            </a:lvl1pPr>
            <a:lvl2pPr marL="0" indent="0" algn="l">
              <a:lnSpc>
                <a:spcPct val="105000"/>
              </a:lnSpc>
              <a:spcBef>
                <a:spcPts val="200"/>
              </a:spcBef>
              <a:buNone/>
              <a:defRPr sz="1500" b="1">
                <a:solidFill>
                  <a:srgbClr val="1C2024"/>
                </a:solidFill>
                <a:latin typeface="Arial"/>
                <a:cs typeface="Arial"/>
              </a:defRPr>
            </a:lvl2pPr>
            <a:lvl3pPr marL="0" indent="0" algn="l">
              <a:lnSpc>
                <a:spcPct val="120000"/>
              </a:lnSpc>
              <a:spcBef>
                <a:spcPts val="600"/>
              </a:spcBef>
              <a:buNone/>
              <a:defRPr sz="1150" b="0">
                <a:solidFill>
                  <a:srgbClr val="1C2024"/>
                </a:solidFill>
                <a:latin typeface="Arial"/>
                <a:cs typeface="Arial"/>
              </a:defRPr>
            </a:lvl3pPr>
          </a:lstStyle>
          <a:p>
            <a:pPr lvl="1"/>
            <a:endParaRPr lang="de-DE"/>
          </a:p>
        </p:txBody>
      </p:sp>
      <p:sp>
        <p:nvSpPr>
          <p:cNvPr id="5" name="Karte 2"/>
          <p:cNvSpPr>
            <a:spLocks noGrp="1"/>
          </p:cNvSpPr>
          <p:nvPr>
            <p:ph type="body" sz="quarter" idx="21"/>
          </p:nvPr>
        </p:nvSpPr>
        <p:spPr>
          <a:xfrm>
            <a:off x="3367278" y="1737360"/>
            <a:ext cx="2635758" cy="420624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txBody>
          <a:bodyPr lIns="164592" tIns="164592" rIns="164592" bIns="164592" anchor="t">
            <a:normAutofit/>
          </a:bodyPr>
          <a:lstStyle>
            <a:lvl1pPr marL="0" indent="0" algn="l">
              <a:lnSpc>
                <a:spcPct val="110000"/>
              </a:lnSpc>
              <a:spcAft>
                <a:spcPts val="200"/>
              </a:spcAft>
              <a:buNone/>
              <a:defRPr sz="900" b="1" cap="all">
                <a:solidFill>
                  <a:srgbClr val="1F6F6A"/>
                </a:solidFill>
                <a:latin typeface="Arial"/>
                <a:cs typeface="Arial"/>
              </a:defRPr>
            </a:lvl1pPr>
            <a:lvl2pPr marL="0" indent="0" algn="l">
              <a:lnSpc>
                <a:spcPct val="105000"/>
              </a:lnSpc>
              <a:spcBef>
                <a:spcPts val="200"/>
              </a:spcBef>
              <a:buNone/>
              <a:defRPr sz="1500" b="1">
                <a:solidFill>
                  <a:srgbClr val="1C2024"/>
                </a:solidFill>
                <a:latin typeface="Arial"/>
                <a:cs typeface="Arial"/>
              </a:defRPr>
            </a:lvl2pPr>
            <a:lvl3pPr marL="0" indent="0" algn="l">
              <a:lnSpc>
                <a:spcPct val="120000"/>
              </a:lnSpc>
              <a:spcBef>
                <a:spcPts val="600"/>
              </a:spcBef>
              <a:buNone/>
              <a:defRPr sz="1150" b="0">
                <a:solidFill>
                  <a:srgbClr val="1C2024"/>
                </a:solidFill>
                <a:latin typeface="Arial"/>
                <a:cs typeface="Arial"/>
              </a:defRPr>
            </a:lvl3pPr>
          </a:lstStyle>
          <a:p>
            <a:pPr lvl="1"/>
            <a:endParaRPr lang="de-DE"/>
          </a:p>
        </p:txBody>
      </p:sp>
      <p:sp>
        <p:nvSpPr>
          <p:cNvPr id="6" name="Karte 3"/>
          <p:cNvSpPr>
            <a:spLocks noGrp="1"/>
          </p:cNvSpPr>
          <p:nvPr>
            <p:ph type="body" sz="quarter" idx="22"/>
          </p:nvPr>
        </p:nvSpPr>
        <p:spPr>
          <a:xfrm>
            <a:off x="6185916" y="1737360"/>
            <a:ext cx="2635758" cy="420624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txBody>
          <a:bodyPr lIns="164592" tIns="164592" rIns="164592" bIns="164592" anchor="t">
            <a:normAutofit/>
          </a:bodyPr>
          <a:lstStyle>
            <a:lvl1pPr marL="0" indent="0" algn="l">
              <a:lnSpc>
                <a:spcPct val="110000"/>
              </a:lnSpc>
              <a:spcAft>
                <a:spcPts val="200"/>
              </a:spcAft>
              <a:buNone/>
              <a:defRPr sz="900" b="1" cap="all">
                <a:solidFill>
                  <a:srgbClr val="1F6F6A"/>
                </a:solidFill>
                <a:latin typeface="Arial"/>
                <a:cs typeface="Arial"/>
              </a:defRPr>
            </a:lvl1pPr>
            <a:lvl2pPr marL="0" indent="0" algn="l">
              <a:lnSpc>
                <a:spcPct val="105000"/>
              </a:lnSpc>
              <a:spcBef>
                <a:spcPts val="200"/>
              </a:spcBef>
              <a:buNone/>
              <a:defRPr sz="1500" b="1">
                <a:solidFill>
                  <a:srgbClr val="1C2024"/>
                </a:solidFill>
                <a:latin typeface="Arial"/>
                <a:cs typeface="Arial"/>
              </a:defRPr>
            </a:lvl2pPr>
            <a:lvl3pPr marL="0" indent="0" algn="l">
              <a:lnSpc>
                <a:spcPct val="120000"/>
              </a:lnSpc>
              <a:spcBef>
                <a:spcPts val="600"/>
              </a:spcBef>
              <a:buNone/>
              <a:defRPr sz="1150" b="0">
                <a:solidFill>
                  <a:srgbClr val="1C2024"/>
                </a:solidFill>
                <a:latin typeface="Arial"/>
                <a:cs typeface="Arial"/>
              </a:defRPr>
            </a:lvl3pPr>
          </a:lstStyle>
          <a:p>
            <a:pPr lvl="1"/>
            <a:endParaRPr lang="de-DE"/>
          </a:p>
        </p:txBody>
      </p:sp>
      <p:sp>
        <p:nvSpPr>
          <p:cNvPr id="7" name="Karte 4"/>
          <p:cNvSpPr>
            <a:spLocks noGrp="1"/>
          </p:cNvSpPr>
          <p:nvPr>
            <p:ph type="body" sz="quarter" idx="23"/>
          </p:nvPr>
        </p:nvSpPr>
        <p:spPr>
          <a:xfrm>
            <a:off x="9004554" y="1737360"/>
            <a:ext cx="2635758" cy="420624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txBody>
          <a:bodyPr lIns="164592" tIns="164592" rIns="164592" bIns="164592" anchor="t">
            <a:normAutofit/>
          </a:bodyPr>
          <a:lstStyle>
            <a:lvl1pPr marL="0" indent="0" algn="l">
              <a:lnSpc>
                <a:spcPct val="110000"/>
              </a:lnSpc>
              <a:spcAft>
                <a:spcPts val="200"/>
              </a:spcAft>
              <a:buNone/>
              <a:defRPr sz="900" b="1" cap="all">
                <a:solidFill>
                  <a:srgbClr val="1F6F6A"/>
                </a:solidFill>
                <a:latin typeface="Arial"/>
                <a:cs typeface="Arial"/>
              </a:defRPr>
            </a:lvl1pPr>
            <a:lvl2pPr marL="0" indent="0" algn="l">
              <a:lnSpc>
                <a:spcPct val="105000"/>
              </a:lnSpc>
              <a:spcBef>
                <a:spcPts val="200"/>
              </a:spcBef>
              <a:buNone/>
              <a:defRPr sz="1500" b="1">
                <a:solidFill>
                  <a:srgbClr val="1C2024"/>
                </a:solidFill>
                <a:latin typeface="Arial"/>
                <a:cs typeface="Arial"/>
              </a:defRPr>
            </a:lvl2pPr>
            <a:lvl3pPr marL="0" indent="0" algn="l">
              <a:lnSpc>
                <a:spcPct val="120000"/>
              </a:lnSpc>
              <a:spcBef>
                <a:spcPts val="600"/>
              </a:spcBef>
              <a:buNone/>
              <a:defRPr sz="1150" b="0">
                <a:solidFill>
                  <a:srgbClr val="1C2024"/>
                </a:solidFill>
                <a:latin typeface="Arial"/>
                <a:cs typeface="Arial"/>
              </a:defRPr>
            </a:lvl3pPr>
          </a:lstStyle>
          <a:p>
            <a:pPr lvl="1"/>
            <a:endParaRPr lang="de-DE"/>
          </a:p>
        </p:txBody>
      </p:sp>
      <p:sp>
        <p:nvSpPr>
          <p:cNvPr id="9" name="Fußzeile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MindGraph Notes · {{ANLASS}}</a:t>
            </a:r>
          </a:p>
        </p:txBody>
      </p:sp>
      <p:sp>
        <p:nvSpPr>
          <p:cNvPr id="10" name="Foliennumm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Karten mit Kernau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chzeile"/>
          <p:cNvSpPr>
            <a:spLocks noGrp="1"/>
          </p:cNvSpPr>
          <p:nvPr>
            <p:ph type="body" sz="quarter" idx="13"/>
          </p:nvPr>
        </p:nvSpPr>
        <p:spPr>
          <a:xfrm>
            <a:off x="548640" y="320040"/>
            <a:ext cx="8229600" cy="274320"/>
          </a:xfrm>
          <a:prstGeom prst="rect">
            <a:avLst/>
          </a:prstGeom>
        </p:spPr>
        <p:txBody>
          <a:bodyPr anchor="b" lIns="0" tIns="0" rIns="0" bIns="0">
            <a:normAutofit/>
          </a:bodyPr>
          <a:lstStyle>
            <a:lvl1pPr marL="0" indent="0" algn="l">
              <a:lnSpc>
                <a:spcPct val="110000"/>
              </a:lnSpc>
              <a:buNone/>
              <a:defRPr sz="1000" b="1" cap="all">
                <a:solidFill>
                  <a:srgbClr val="1F6F6A"/>
                </a:solidFill>
                <a:latin typeface="Arial"/>
                <a:cs typeface="Arial"/>
              </a:defRPr>
            </a:lvl1pPr>
          </a:lstStyle>
          <a:p>
            <a:endParaRPr lang="de-DE"/>
          </a:p>
        </p:txBody>
      </p:sp>
      <p:sp>
        <p:nvSpPr>
          <p:cNvPr id="3" name="Titel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Karte 1"/>
          <p:cNvSpPr>
            <a:spLocks noGrp="1"/>
          </p:cNvSpPr>
          <p:nvPr>
            <p:ph type="body" sz="quarter" idx="20"/>
          </p:nvPr>
        </p:nvSpPr>
        <p:spPr>
          <a:xfrm>
            <a:off x="548640" y="1737360"/>
            <a:ext cx="3563112" cy="30175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txBody>
          <a:bodyPr lIns="164592" tIns="164592" rIns="164592" bIns="164592" anchor="t">
            <a:normAutofit/>
          </a:bodyPr>
          <a:lstStyle>
            <a:lvl1pPr marL="0" indent="0" algn="l">
              <a:lnSpc>
                <a:spcPct val="110000"/>
              </a:lnSpc>
              <a:spcAft>
                <a:spcPts val="200"/>
              </a:spcAft>
              <a:buNone/>
              <a:defRPr sz="900" b="1" cap="all">
                <a:solidFill>
                  <a:srgbClr val="1F6F6A"/>
                </a:solidFill>
                <a:latin typeface="Arial"/>
                <a:cs typeface="Arial"/>
              </a:defRPr>
            </a:lvl1pPr>
            <a:lvl2pPr marL="0" indent="0" algn="l">
              <a:lnSpc>
                <a:spcPct val="105000"/>
              </a:lnSpc>
              <a:spcBef>
                <a:spcPts val="200"/>
              </a:spcBef>
              <a:buNone/>
              <a:defRPr sz="1500" b="1">
                <a:solidFill>
                  <a:srgbClr val="1C2024"/>
                </a:solidFill>
                <a:latin typeface="Arial"/>
                <a:cs typeface="Arial"/>
              </a:defRPr>
            </a:lvl2pPr>
            <a:lvl3pPr marL="0" indent="0" algn="l">
              <a:lnSpc>
                <a:spcPct val="120000"/>
              </a:lnSpc>
              <a:spcBef>
                <a:spcPts val="600"/>
              </a:spcBef>
              <a:buNone/>
              <a:defRPr sz="1150" b="0">
                <a:solidFill>
                  <a:srgbClr val="1C2024"/>
                </a:solidFill>
                <a:latin typeface="Arial"/>
                <a:cs typeface="Arial"/>
              </a:defRPr>
            </a:lvl3pPr>
          </a:lstStyle>
          <a:p>
            <a:pPr lvl="1"/>
            <a:endParaRPr lang="de-DE"/>
          </a:p>
        </p:txBody>
      </p:sp>
      <p:sp>
        <p:nvSpPr>
          <p:cNvPr id="5" name="Karte 2"/>
          <p:cNvSpPr>
            <a:spLocks noGrp="1"/>
          </p:cNvSpPr>
          <p:nvPr>
            <p:ph type="body" sz="quarter" idx="21"/>
          </p:nvPr>
        </p:nvSpPr>
        <p:spPr>
          <a:xfrm>
            <a:off x="4312920" y="1737360"/>
            <a:ext cx="3563112" cy="30175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txBody>
          <a:bodyPr lIns="164592" tIns="164592" rIns="164592" bIns="164592" anchor="t">
            <a:normAutofit/>
          </a:bodyPr>
          <a:lstStyle>
            <a:lvl1pPr marL="0" indent="0" algn="l">
              <a:lnSpc>
                <a:spcPct val="110000"/>
              </a:lnSpc>
              <a:spcAft>
                <a:spcPts val="200"/>
              </a:spcAft>
              <a:buNone/>
              <a:defRPr sz="900" b="1" cap="all">
                <a:solidFill>
                  <a:srgbClr val="1F6F6A"/>
                </a:solidFill>
                <a:latin typeface="Arial"/>
                <a:cs typeface="Arial"/>
              </a:defRPr>
            </a:lvl1pPr>
            <a:lvl2pPr marL="0" indent="0" algn="l">
              <a:lnSpc>
                <a:spcPct val="105000"/>
              </a:lnSpc>
              <a:spcBef>
                <a:spcPts val="200"/>
              </a:spcBef>
              <a:buNone/>
              <a:defRPr sz="1500" b="1">
                <a:solidFill>
                  <a:srgbClr val="1C2024"/>
                </a:solidFill>
                <a:latin typeface="Arial"/>
                <a:cs typeface="Arial"/>
              </a:defRPr>
            </a:lvl2pPr>
            <a:lvl3pPr marL="0" indent="0" algn="l">
              <a:lnSpc>
                <a:spcPct val="120000"/>
              </a:lnSpc>
              <a:spcBef>
                <a:spcPts val="600"/>
              </a:spcBef>
              <a:buNone/>
              <a:defRPr sz="1150" b="0">
                <a:solidFill>
                  <a:srgbClr val="1C2024"/>
                </a:solidFill>
                <a:latin typeface="Arial"/>
                <a:cs typeface="Arial"/>
              </a:defRPr>
            </a:lvl3pPr>
          </a:lstStyle>
          <a:p>
            <a:pPr lvl="1"/>
            <a:endParaRPr lang="de-DE"/>
          </a:p>
        </p:txBody>
      </p:sp>
      <p:sp>
        <p:nvSpPr>
          <p:cNvPr id="6" name="Karte 3"/>
          <p:cNvSpPr>
            <a:spLocks noGrp="1"/>
          </p:cNvSpPr>
          <p:nvPr>
            <p:ph type="body" sz="quarter" idx="22"/>
          </p:nvPr>
        </p:nvSpPr>
        <p:spPr>
          <a:xfrm>
            <a:off x="8077200" y="1737360"/>
            <a:ext cx="3563112" cy="30175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txBody>
          <a:bodyPr lIns="164592" tIns="164592" rIns="164592" bIns="164592" anchor="t">
            <a:normAutofit/>
          </a:bodyPr>
          <a:lstStyle>
            <a:lvl1pPr marL="0" indent="0" algn="l">
              <a:lnSpc>
                <a:spcPct val="110000"/>
              </a:lnSpc>
              <a:spcAft>
                <a:spcPts val="200"/>
              </a:spcAft>
              <a:buNone/>
              <a:defRPr sz="900" b="1" cap="all">
                <a:solidFill>
                  <a:srgbClr val="1F6F6A"/>
                </a:solidFill>
                <a:latin typeface="Arial"/>
                <a:cs typeface="Arial"/>
              </a:defRPr>
            </a:lvl1pPr>
            <a:lvl2pPr marL="0" indent="0" algn="l">
              <a:lnSpc>
                <a:spcPct val="105000"/>
              </a:lnSpc>
              <a:spcBef>
                <a:spcPts val="200"/>
              </a:spcBef>
              <a:buNone/>
              <a:defRPr sz="1500" b="1">
                <a:solidFill>
                  <a:srgbClr val="1C2024"/>
                </a:solidFill>
                <a:latin typeface="Arial"/>
                <a:cs typeface="Arial"/>
              </a:defRPr>
            </a:lvl2pPr>
            <a:lvl3pPr marL="0" indent="0" algn="l">
              <a:lnSpc>
                <a:spcPct val="120000"/>
              </a:lnSpc>
              <a:spcBef>
                <a:spcPts val="600"/>
              </a:spcBef>
              <a:buNone/>
              <a:defRPr sz="1150" b="0">
                <a:solidFill>
                  <a:srgbClr val="1C2024"/>
                </a:solidFill>
                <a:latin typeface="Arial"/>
                <a:cs typeface="Arial"/>
              </a:defRPr>
            </a:lvl3pPr>
          </a:lstStyle>
          <a:p>
            <a:pPr lvl="1"/>
            <a:endParaRPr lang="de-DE"/>
          </a:p>
        </p:txBody>
      </p:sp>
      <p:sp>
        <p:nvSpPr>
          <p:cNvPr id="8" name="Kernaussage"/>
          <p:cNvSpPr>
            <a:spLocks noGrp="1"/>
          </p:cNvSpPr>
          <p:nvPr>
            <p:ph type="body" sz="quarter" idx="30"/>
          </p:nvPr>
        </p:nvSpPr>
        <p:spPr>
          <a:xfrm>
            <a:off x="548640" y="4983480"/>
            <a:ext cx="11091672" cy="1051560"/>
          </a:xfrm>
          <a:prstGeom prst="roundRect">
            <a:avLst>
              <a:gd name="adj" fmla="val 4000"/>
            </a:avLst>
          </a:prstGeom>
          <a:solidFill>
            <a:srgbClr val="222B3A"/>
          </a:solidFill>
          <a:ln>
            <a:noFill/>
          </a:ln>
        </p:spPr>
        <p:txBody>
          <a:bodyPr lIns="256032" tIns="256032" rIns="256032" bIns="256032" anchor="ctr">
            <a:normAutofit/>
          </a:bodyPr>
          <a:lstStyle>
            <a:lvl1pPr marL="0" indent="0" algn="l">
              <a:lnSpc>
                <a:spcPct val="115000"/>
              </a:lnSpc>
              <a:buNone/>
              <a:defRPr sz="1600" b="1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endParaRPr lang="de-DE"/>
          </a:p>
        </p:txBody>
      </p:sp>
      <p:sp>
        <p:nvSpPr>
          <p:cNvPr id="9" name="Fußzeile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MindGraph Notes · {{ANLASS}}</a:t>
            </a:r>
          </a:p>
        </p:txBody>
      </p:sp>
      <p:sp>
        <p:nvSpPr>
          <p:cNvPr id="10" name="Foliennumm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Text mit Kernau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chzeile"/>
          <p:cNvSpPr>
            <a:spLocks noGrp="1"/>
          </p:cNvSpPr>
          <p:nvPr>
            <p:ph type="body" sz="quarter" idx="13"/>
          </p:nvPr>
        </p:nvSpPr>
        <p:spPr>
          <a:xfrm>
            <a:off x="548640" y="320040"/>
            <a:ext cx="8229600" cy="274320"/>
          </a:xfrm>
          <a:prstGeom prst="rect">
            <a:avLst/>
          </a:prstGeom>
        </p:spPr>
        <p:txBody>
          <a:bodyPr anchor="b" lIns="0" tIns="0" rIns="0" bIns="0">
            <a:normAutofit/>
          </a:bodyPr>
          <a:lstStyle>
            <a:lvl1pPr marL="0" indent="0" algn="l">
              <a:lnSpc>
                <a:spcPct val="110000"/>
              </a:lnSpc>
              <a:buNone/>
              <a:defRPr sz="1000" b="1" cap="all">
                <a:solidFill>
                  <a:srgbClr val="1F6F6A"/>
                </a:solidFill>
                <a:latin typeface="Arial"/>
                <a:cs typeface="Arial"/>
              </a:defRPr>
            </a:lvl1pPr>
          </a:lstStyle>
          <a:p>
            <a:endParaRPr lang="de-DE"/>
          </a:p>
        </p:txBody>
      </p:sp>
      <p:sp>
        <p:nvSpPr>
          <p:cNvPr id="3" name="Titel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Inhalt"/>
          <p:cNvSpPr>
            <a:spLocks noGrp="1"/>
          </p:cNvSpPr>
          <p:nvPr>
            <p:ph idx="1"/>
          </p:nvPr>
        </p:nvSpPr>
        <p:spPr>
          <a:xfrm>
            <a:off x="548640" y="1737360"/>
            <a:ext cx="11091672" cy="3063240"/>
          </a:xfrm>
          <a:prstGeom prst="rect">
            <a:avLst/>
          </a:prstGeom>
        </p:spPr>
        <p:txBody>
          <a:bodyPr/>
          <a:lstStyle/>
          <a:p>
            <a:r>
              <a:rPr lang="de-DE"/>
              <a:t>Text</a:t>
            </a:r>
          </a:p>
        </p:txBody>
      </p:sp>
      <p:sp>
        <p:nvSpPr>
          <p:cNvPr id="5" name="Kernaussage"/>
          <p:cNvSpPr>
            <a:spLocks noGrp="1"/>
          </p:cNvSpPr>
          <p:nvPr>
            <p:ph type="body" sz="quarter" idx="30"/>
          </p:nvPr>
        </p:nvSpPr>
        <p:spPr>
          <a:xfrm>
            <a:off x="548640" y="4983480"/>
            <a:ext cx="11091672" cy="1051560"/>
          </a:xfrm>
          <a:prstGeom prst="roundRect">
            <a:avLst>
              <a:gd name="adj" fmla="val 4000"/>
            </a:avLst>
          </a:prstGeom>
          <a:solidFill>
            <a:srgbClr val="222B3A"/>
          </a:solidFill>
          <a:ln>
            <a:noFill/>
          </a:ln>
        </p:spPr>
        <p:txBody>
          <a:bodyPr lIns="256032" tIns="256032" rIns="256032" bIns="256032" anchor="ctr">
            <a:normAutofit/>
          </a:bodyPr>
          <a:lstStyle>
            <a:lvl1pPr marL="0" indent="0" algn="l">
              <a:lnSpc>
                <a:spcPct val="115000"/>
              </a:lnSpc>
              <a:buNone/>
              <a:defRPr sz="1600" b="1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endParaRPr lang="de-DE"/>
          </a:p>
        </p:txBody>
      </p:sp>
      <p:sp>
        <p:nvSpPr>
          <p:cNvPr id="6" name="Fußzeile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MindGraph Notes · {{ANLASS}}</a:t>
            </a:r>
          </a:p>
        </p:txBody>
      </p:sp>
      <p:sp>
        <p:nvSpPr>
          <p:cNvPr id="7" name="Foliennumm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Drei Schri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chzeile"/>
          <p:cNvSpPr>
            <a:spLocks noGrp="1"/>
          </p:cNvSpPr>
          <p:nvPr>
            <p:ph type="body" sz="quarter" idx="13"/>
          </p:nvPr>
        </p:nvSpPr>
        <p:spPr>
          <a:xfrm>
            <a:off x="548640" y="320040"/>
            <a:ext cx="8229600" cy="274320"/>
          </a:xfrm>
          <a:prstGeom prst="rect">
            <a:avLst/>
          </a:prstGeom>
        </p:spPr>
        <p:txBody>
          <a:bodyPr anchor="b" lIns="0" tIns="0" rIns="0" bIns="0">
            <a:normAutofit/>
          </a:bodyPr>
          <a:lstStyle>
            <a:lvl1pPr marL="0" indent="0" algn="l">
              <a:lnSpc>
                <a:spcPct val="110000"/>
              </a:lnSpc>
              <a:buNone/>
              <a:defRPr sz="1000" b="1" cap="all">
                <a:solidFill>
                  <a:srgbClr val="1F6F6A"/>
                </a:solidFill>
                <a:latin typeface="Arial"/>
                <a:cs typeface="Arial"/>
              </a:defRPr>
            </a:lvl1pPr>
          </a:lstStyle>
          <a:p>
            <a:endParaRPr lang="de-DE"/>
          </a:p>
        </p:txBody>
      </p:sp>
      <p:sp>
        <p:nvSpPr>
          <p:cNvPr id="3" name="Titel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0" name="Schritt 1 Fläche"/>
          <p:cNvSpPr/>
          <p:nvPr userDrawn="1"/>
        </p:nvSpPr>
        <p:spPr>
          <a:xfrm>
            <a:off x="548640" y="1737360"/>
            <a:ext cx="3563112" cy="29260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1" name="Schritt 2 Fläche"/>
          <p:cNvSpPr/>
          <p:nvPr userDrawn="1"/>
        </p:nvSpPr>
        <p:spPr>
          <a:xfrm>
            <a:off x="4312920" y="1737360"/>
            <a:ext cx="3563112" cy="29260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2" name="Schritt 3 Fläche"/>
          <p:cNvSpPr/>
          <p:nvPr userDrawn="1"/>
        </p:nvSpPr>
        <p:spPr>
          <a:xfrm>
            <a:off x="8077200" y="1737360"/>
            <a:ext cx="3563112" cy="29260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0" name="Ziffer 1 Fläche"/>
          <p:cNvSpPr/>
          <p:nvPr userDrawn="1"/>
        </p:nvSpPr>
        <p:spPr>
          <a:xfrm>
            <a:off x="713232" y="1901952"/>
            <a:ext cx="384048" cy="384048"/>
          </a:xfrm>
          <a:prstGeom prst="rect">
            <a:avLst/>
          </a:prstGeom>
          <a:solidFill>
            <a:srgbClr val="1F6F6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1" name="Ziffer 1"/>
          <p:cNvSpPr txBox="1"/>
          <p:nvPr userDrawn="1"/>
        </p:nvSpPr>
        <p:spPr>
          <a:xfrm>
            <a:off x="713232" y="1901952"/>
            <a:ext cx="384048" cy="38404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de-DE" sz="15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2" name="Ziffer 2 Fläche"/>
          <p:cNvSpPr/>
          <p:nvPr userDrawn="1"/>
        </p:nvSpPr>
        <p:spPr>
          <a:xfrm>
            <a:off x="4477512" y="1901952"/>
            <a:ext cx="384048" cy="384048"/>
          </a:xfrm>
          <a:prstGeom prst="rect">
            <a:avLst/>
          </a:prstGeom>
          <a:solidFill>
            <a:srgbClr val="1F6F6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3" name="Ziffer 2"/>
          <p:cNvSpPr txBox="1"/>
          <p:nvPr userDrawn="1"/>
        </p:nvSpPr>
        <p:spPr>
          <a:xfrm>
            <a:off x="4477512" y="1901952"/>
            <a:ext cx="384048" cy="38404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de-DE" sz="15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4" name="Ziffer 3 Fläche"/>
          <p:cNvSpPr/>
          <p:nvPr userDrawn="1"/>
        </p:nvSpPr>
        <p:spPr>
          <a:xfrm>
            <a:off x="8241792" y="1901952"/>
            <a:ext cx="384048" cy="384048"/>
          </a:xfrm>
          <a:prstGeom prst="rect">
            <a:avLst/>
          </a:prstGeom>
          <a:solidFill>
            <a:srgbClr val="1F6F6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5" name="Ziffer 3"/>
          <p:cNvSpPr txBox="1"/>
          <p:nvPr userDrawn="1"/>
        </p:nvSpPr>
        <p:spPr>
          <a:xfrm>
            <a:off x="8241792" y="1901952"/>
            <a:ext cx="384048" cy="38404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de-DE" sz="15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4" name="Schritt 1"/>
          <p:cNvSpPr>
            <a:spLocks noGrp="1"/>
          </p:cNvSpPr>
          <p:nvPr>
            <p:ph type="body" sz="quarter" idx="20"/>
          </p:nvPr>
        </p:nvSpPr>
        <p:spPr>
          <a:xfrm>
            <a:off x="548640" y="1737360"/>
            <a:ext cx="3563112" cy="292608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164592" tIns="164592" rIns="164592" bIns="164592" anchor="t">
            <a:normAutofit/>
          </a:bodyPr>
          <a:lstStyle>
            <a:lvl1pPr marL="0" indent="0" algn="l">
              <a:lnSpc>
                <a:spcPct val="110000"/>
              </a:lnSpc>
              <a:spcAft>
                <a:spcPts val="200"/>
              </a:spcAft>
              <a:buNone/>
              <a:defRPr sz="900" b="1" cap="all">
                <a:solidFill>
                  <a:srgbClr val="1F6F6A"/>
                </a:solidFill>
                <a:latin typeface="Arial"/>
                <a:cs typeface="Arial"/>
              </a:defRPr>
            </a:lvl1pPr>
            <a:lvl2pPr marL="566928" indent="0" algn="l">
              <a:lnSpc>
                <a:spcPct val="105000"/>
              </a:lnSpc>
              <a:buNone/>
              <a:defRPr sz="1500" b="1">
                <a:solidFill>
                  <a:srgbClr val="1C2024"/>
                </a:solidFill>
                <a:latin typeface="Arial"/>
                <a:cs typeface="Arial"/>
              </a:defRPr>
            </a:lvl2pPr>
            <a:lvl3pPr marL="0" indent="0" algn="l">
              <a:lnSpc>
                <a:spcPct val="120000"/>
              </a:lnSpc>
              <a:spcBef>
                <a:spcPts val="1000"/>
              </a:spcBef>
              <a:buNone/>
              <a:defRPr sz="1150" b="0">
                <a:solidFill>
                  <a:srgbClr val="1C2024"/>
                </a:solidFill>
                <a:latin typeface="Arial"/>
                <a:cs typeface="Arial"/>
              </a:defRPr>
            </a:lvl3pPr>
          </a:lstStyle>
          <a:p>
            <a:pPr lvl="1"/>
            <a:endParaRPr lang="de-DE"/>
          </a:p>
        </p:txBody>
      </p:sp>
      <p:sp>
        <p:nvSpPr>
          <p:cNvPr id="5" name="Schritt 2"/>
          <p:cNvSpPr>
            <a:spLocks noGrp="1"/>
          </p:cNvSpPr>
          <p:nvPr>
            <p:ph type="body" sz="quarter" idx="21"/>
          </p:nvPr>
        </p:nvSpPr>
        <p:spPr>
          <a:xfrm>
            <a:off x="4312920" y="1737360"/>
            <a:ext cx="3563112" cy="292608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164592" tIns="164592" rIns="164592" bIns="164592" anchor="t">
            <a:normAutofit/>
          </a:bodyPr>
          <a:lstStyle>
            <a:lvl1pPr marL="0" indent="0" algn="l">
              <a:lnSpc>
                <a:spcPct val="110000"/>
              </a:lnSpc>
              <a:spcAft>
                <a:spcPts val="200"/>
              </a:spcAft>
              <a:buNone/>
              <a:defRPr sz="900" b="1" cap="all">
                <a:solidFill>
                  <a:srgbClr val="1F6F6A"/>
                </a:solidFill>
                <a:latin typeface="Arial"/>
                <a:cs typeface="Arial"/>
              </a:defRPr>
            </a:lvl1pPr>
            <a:lvl2pPr marL="566928" indent="0" algn="l">
              <a:lnSpc>
                <a:spcPct val="105000"/>
              </a:lnSpc>
              <a:buNone/>
              <a:defRPr sz="1500" b="1">
                <a:solidFill>
                  <a:srgbClr val="1C2024"/>
                </a:solidFill>
                <a:latin typeface="Arial"/>
                <a:cs typeface="Arial"/>
              </a:defRPr>
            </a:lvl2pPr>
            <a:lvl3pPr marL="0" indent="0" algn="l">
              <a:lnSpc>
                <a:spcPct val="120000"/>
              </a:lnSpc>
              <a:spcBef>
                <a:spcPts val="1000"/>
              </a:spcBef>
              <a:buNone/>
              <a:defRPr sz="1150" b="0">
                <a:solidFill>
                  <a:srgbClr val="1C2024"/>
                </a:solidFill>
                <a:latin typeface="Arial"/>
                <a:cs typeface="Arial"/>
              </a:defRPr>
            </a:lvl3pPr>
          </a:lstStyle>
          <a:p>
            <a:pPr lvl="1"/>
            <a:endParaRPr lang="de-DE"/>
          </a:p>
        </p:txBody>
      </p:sp>
      <p:sp>
        <p:nvSpPr>
          <p:cNvPr id="6" name="Schritt 3"/>
          <p:cNvSpPr>
            <a:spLocks noGrp="1"/>
          </p:cNvSpPr>
          <p:nvPr>
            <p:ph type="body" sz="quarter" idx="22"/>
          </p:nvPr>
        </p:nvSpPr>
        <p:spPr>
          <a:xfrm>
            <a:off x="8077200" y="1737360"/>
            <a:ext cx="3563112" cy="292608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164592" tIns="164592" rIns="164592" bIns="164592" anchor="t">
            <a:normAutofit/>
          </a:bodyPr>
          <a:lstStyle>
            <a:lvl1pPr marL="0" indent="0" algn="l">
              <a:lnSpc>
                <a:spcPct val="110000"/>
              </a:lnSpc>
              <a:spcAft>
                <a:spcPts val="200"/>
              </a:spcAft>
              <a:buNone/>
              <a:defRPr sz="900" b="1" cap="all">
                <a:solidFill>
                  <a:srgbClr val="1F6F6A"/>
                </a:solidFill>
                <a:latin typeface="Arial"/>
                <a:cs typeface="Arial"/>
              </a:defRPr>
            </a:lvl1pPr>
            <a:lvl2pPr marL="566928" indent="0" algn="l">
              <a:lnSpc>
                <a:spcPct val="105000"/>
              </a:lnSpc>
              <a:buNone/>
              <a:defRPr sz="1500" b="1">
                <a:solidFill>
                  <a:srgbClr val="1C2024"/>
                </a:solidFill>
                <a:latin typeface="Arial"/>
                <a:cs typeface="Arial"/>
              </a:defRPr>
            </a:lvl2pPr>
            <a:lvl3pPr marL="0" indent="0" algn="l">
              <a:lnSpc>
                <a:spcPct val="120000"/>
              </a:lnSpc>
              <a:spcBef>
                <a:spcPts val="1000"/>
              </a:spcBef>
              <a:buNone/>
              <a:defRPr sz="1150" b="0">
                <a:solidFill>
                  <a:srgbClr val="1C2024"/>
                </a:solidFill>
                <a:latin typeface="Arial"/>
                <a:cs typeface="Arial"/>
              </a:defRPr>
            </a:lvl3pPr>
          </a:lstStyle>
          <a:p>
            <a:pPr lvl="1"/>
            <a:endParaRPr lang="de-DE"/>
          </a:p>
        </p:txBody>
      </p:sp>
      <p:sp>
        <p:nvSpPr>
          <p:cNvPr id="20" name="Fußzeile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MindGraph Notes · {{ANLASS}}</a:t>
            </a:r>
          </a:p>
        </p:txBody>
      </p:sp>
      <p:sp>
        <p:nvSpPr>
          <p:cNvPr id="21" name="Foliennumm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Vier Schri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chzeile"/>
          <p:cNvSpPr>
            <a:spLocks noGrp="1"/>
          </p:cNvSpPr>
          <p:nvPr>
            <p:ph type="body" sz="quarter" idx="13"/>
          </p:nvPr>
        </p:nvSpPr>
        <p:spPr>
          <a:xfrm>
            <a:off x="548640" y="320040"/>
            <a:ext cx="8229600" cy="274320"/>
          </a:xfrm>
          <a:prstGeom prst="rect">
            <a:avLst/>
          </a:prstGeom>
        </p:spPr>
        <p:txBody>
          <a:bodyPr anchor="b" lIns="0" tIns="0" rIns="0" bIns="0">
            <a:normAutofit/>
          </a:bodyPr>
          <a:lstStyle>
            <a:lvl1pPr marL="0" indent="0" algn="l">
              <a:lnSpc>
                <a:spcPct val="110000"/>
              </a:lnSpc>
              <a:buNone/>
              <a:defRPr sz="1000" b="1" cap="all">
                <a:solidFill>
                  <a:srgbClr val="1F6F6A"/>
                </a:solidFill>
                <a:latin typeface="Arial"/>
                <a:cs typeface="Arial"/>
              </a:defRPr>
            </a:lvl1pPr>
          </a:lstStyle>
          <a:p>
            <a:endParaRPr lang="de-DE"/>
          </a:p>
        </p:txBody>
      </p:sp>
      <p:sp>
        <p:nvSpPr>
          <p:cNvPr id="3" name="Titel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0" name="Schritt 1 Fläche"/>
          <p:cNvSpPr/>
          <p:nvPr userDrawn="1"/>
        </p:nvSpPr>
        <p:spPr>
          <a:xfrm>
            <a:off x="548640" y="1737360"/>
            <a:ext cx="2635758" cy="29260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1" name="Schritt 2 Fläche"/>
          <p:cNvSpPr/>
          <p:nvPr userDrawn="1"/>
        </p:nvSpPr>
        <p:spPr>
          <a:xfrm>
            <a:off x="3367278" y="1737360"/>
            <a:ext cx="2635758" cy="29260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2" name="Schritt 3 Fläche"/>
          <p:cNvSpPr/>
          <p:nvPr userDrawn="1"/>
        </p:nvSpPr>
        <p:spPr>
          <a:xfrm>
            <a:off x="6185916" y="1737360"/>
            <a:ext cx="2635758" cy="29260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3" name="Schritt 4 Fläche"/>
          <p:cNvSpPr/>
          <p:nvPr userDrawn="1"/>
        </p:nvSpPr>
        <p:spPr>
          <a:xfrm>
            <a:off x="9004554" y="1737360"/>
            <a:ext cx="2635758" cy="29260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0" name="Ziffer 1 Fläche"/>
          <p:cNvSpPr/>
          <p:nvPr userDrawn="1"/>
        </p:nvSpPr>
        <p:spPr>
          <a:xfrm>
            <a:off x="713232" y="1901952"/>
            <a:ext cx="384048" cy="384048"/>
          </a:xfrm>
          <a:prstGeom prst="rect">
            <a:avLst/>
          </a:prstGeom>
          <a:solidFill>
            <a:srgbClr val="1F6F6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1" name="Ziffer 1"/>
          <p:cNvSpPr txBox="1"/>
          <p:nvPr userDrawn="1"/>
        </p:nvSpPr>
        <p:spPr>
          <a:xfrm>
            <a:off x="713232" y="1901952"/>
            <a:ext cx="384048" cy="38404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de-DE" sz="1500" b="1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2" name="Ziffer 2 Fläche"/>
          <p:cNvSpPr/>
          <p:nvPr userDrawn="1"/>
        </p:nvSpPr>
        <p:spPr>
          <a:xfrm>
            <a:off x="3531870" y="1901952"/>
            <a:ext cx="384048" cy="384048"/>
          </a:xfrm>
          <a:prstGeom prst="rect">
            <a:avLst/>
          </a:prstGeom>
          <a:solidFill>
            <a:srgbClr val="1F6F6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3" name="Ziffer 2"/>
          <p:cNvSpPr txBox="1"/>
          <p:nvPr userDrawn="1"/>
        </p:nvSpPr>
        <p:spPr>
          <a:xfrm>
            <a:off x="3531870" y="1901952"/>
            <a:ext cx="384048" cy="38404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de-DE" sz="15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4" name="Ziffer 3 Fläche"/>
          <p:cNvSpPr/>
          <p:nvPr userDrawn="1"/>
        </p:nvSpPr>
        <p:spPr>
          <a:xfrm>
            <a:off x="6350508" y="1901952"/>
            <a:ext cx="384048" cy="384048"/>
          </a:xfrm>
          <a:prstGeom prst="rect">
            <a:avLst/>
          </a:prstGeom>
          <a:solidFill>
            <a:srgbClr val="1F6F6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5" name="Ziffer 3"/>
          <p:cNvSpPr txBox="1"/>
          <p:nvPr userDrawn="1"/>
        </p:nvSpPr>
        <p:spPr>
          <a:xfrm>
            <a:off x="6350508" y="1901952"/>
            <a:ext cx="384048" cy="38404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de-DE" sz="15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6" name="Ziffer 4 Fläche"/>
          <p:cNvSpPr/>
          <p:nvPr userDrawn="1"/>
        </p:nvSpPr>
        <p:spPr>
          <a:xfrm>
            <a:off x="9169146" y="1901952"/>
            <a:ext cx="384048" cy="384048"/>
          </a:xfrm>
          <a:prstGeom prst="rect">
            <a:avLst/>
          </a:prstGeom>
          <a:solidFill>
            <a:srgbClr val="1F6F6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7" name="Ziffer 4"/>
          <p:cNvSpPr txBox="1"/>
          <p:nvPr userDrawn="1"/>
        </p:nvSpPr>
        <p:spPr>
          <a:xfrm>
            <a:off x="9169146" y="1901952"/>
            <a:ext cx="384048" cy="384048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de-DE" sz="15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4" name="Schritt 1"/>
          <p:cNvSpPr>
            <a:spLocks noGrp="1"/>
          </p:cNvSpPr>
          <p:nvPr>
            <p:ph type="body" sz="quarter" idx="20"/>
          </p:nvPr>
        </p:nvSpPr>
        <p:spPr>
          <a:xfrm>
            <a:off x="548640" y="1737360"/>
            <a:ext cx="2635758" cy="292608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164592" tIns="164592" rIns="164592" bIns="164592" anchor="t">
            <a:normAutofit/>
          </a:bodyPr>
          <a:lstStyle>
            <a:lvl1pPr marL="0" indent="0" algn="l">
              <a:lnSpc>
                <a:spcPct val="110000"/>
              </a:lnSpc>
              <a:spcAft>
                <a:spcPts val="200"/>
              </a:spcAft>
              <a:buNone/>
              <a:defRPr sz="900" b="1" cap="all">
                <a:solidFill>
                  <a:srgbClr val="1F6F6A"/>
                </a:solidFill>
                <a:latin typeface="Arial"/>
                <a:cs typeface="Arial"/>
              </a:defRPr>
            </a:lvl1pPr>
            <a:lvl2pPr marL="566928" indent="0" algn="l">
              <a:lnSpc>
                <a:spcPct val="105000"/>
              </a:lnSpc>
              <a:buNone/>
              <a:defRPr sz="1500" b="1">
                <a:solidFill>
                  <a:srgbClr val="1C2024"/>
                </a:solidFill>
                <a:latin typeface="Arial"/>
                <a:cs typeface="Arial"/>
              </a:defRPr>
            </a:lvl2pPr>
            <a:lvl3pPr marL="0" indent="0" algn="l">
              <a:lnSpc>
                <a:spcPct val="120000"/>
              </a:lnSpc>
              <a:spcBef>
                <a:spcPts val="1000"/>
              </a:spcBef>
              <a:buNone/>
              <a:defRPr sz="1150" b="0">
                <a:solidFill>
                  <a:srgbClr val="1C2024"/>
                </a:solidFill>
                <a:latin typeface="Arial"/>
                <a:cs typeface="Arial"/>
              </a:defRPr>
            </a:lvl3pPr>
          </a:lstStyle>
          <a:p>
            <a:pPr lvl="1"/>
            <a:endParaRPr lang="de-DE"/>
          </a:p>
        </p:txBody>
      </p:sp>
      <p:sp>
        <p:nvSpPr>
          <p:cNvPr id="5" name="Schritt 2"/>
          <p:cNvSpPr>
            <a:spLocks noGrp="1"/>
          </p:cNvSpPr>
          <p:nvPr>
            <p:ph type="body" sz="quarter" idx="21"/>
          </p:nvPr>
        </p:nvSpPr>
        <p:spPr>
          <a:xfrm>
            <a:off x="3367278" y="1737360"/>
            <a:ext cx="2635758" cy="292608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164592" tIns="164592" rIns="164592" bIns="164592" anchor="t">
            <a:normAutofit/>
          </a:bodyPr>
          <a:lstStyle>
            <a:lvl1pPr marL="0" indent="0" algn="l">
              <a:lnSpc>
                <a:spcPct val="110000"/>
              </a:lnSpc>
              <a:spcAft>
                <a:spcPts val="200"/>
              </a:spcAft>
              <a:buNone/>
              <a:defRPr sz="900" b="1" cap="all">
                <a:solidFill>
                  <a:srgbClr val="1F6F6A"/>
                </a:solidFill>
                <a:latin typeface="Arial"/>
                <a:cs typeface="Arial"/>
              </a:defRPr>
            </a:lvl1pPr>
            <a:lvl2pPr marL="566928" indent="0" algn="l">
              <a:lnSpc>
                <a:spcPct val="105000"/>
              </a:lnSpc>
              <a:buNone/>
              <a:defRPr sz="1500" b="1">
                <a:solidFill>
                  <a:srgbClr val="1C2024"/>
                </a:solidFill>
                <a:latin typeface="Arial"/>
                <a:cs typeface="Arial"/>
              </a:defRPr>
            </a:lvl2pPr>
            <a:lvl3pPr marL="0" indent="0" algn="l">
              <a:lnSpc>
                <a:spcPct val="120000"/>
              </a:lnSpc>
              <a:spcBef>
                <a:spcPts val="1000"/>
              </a:spcBef>
              <a:buNone/>
              <a:defRPr sz="1150" b="0">
                <a:solidFill>
                  <a:srgbClr val="1C2024"/>
                </a:solidFill>
                <a:latin typeface="Arial"/>
                <a:cs typeface="Arial"/>
              </a:defRPr>
            </a:lvl3pPr>
          </a:lstStyle>
          <a:p>
            <a:pPr lvl="1"/>
            <a:endParaRPr lang="de-DE"/>
          </a:p>
        </p:txBody>
      </p:sp>
      <p:sp>
        <p:nvSpPr>
          <p:cNvPr id="6" name="Schritt 3"/>
          <p:cNvSpPr>
            <a:spLocks noGrp="1"/>
          </p:cNvSpPr>
          <p:nvPr>
            <p:ph type="body" sz="quarter" idx="22"/>
          </p:nvPr>
        </p:nvSpPr>
        <p:spPr>
          <a:xfrm>
            <a:off x="6185916" y="1737360"/>
            <a:ext cx="2635758" cy="292608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164592" tIns="164592" rIns="164592" bIns="164592" anchor="t">
            <a:normAutofit/>
          </a:bodyPr>
          <a:lstStyle>
            <a:lvl1pPr marL="0" indent="0" algn="l">
              <a:lnSpc>
                <a:spcPct val="110000"/>
              </a:lnSpc>
              <a:spcAft>
                <a:spcPts val="200"/>
              </a:spcAft>
              <a:buNone/>
              <a:defRPr sz="900" b="1" cap="all">
                <a:solidFill>
                  <a:srgbClr val="1F6F6A"/>
                </a:solidFill>
                <a:latin typeface="Arial"/>
                <a:cs typeface="Arial"/>
              </a:defRPr>
            </a:lvl1pPr>
            <a:lvl2pPr marL="566928" indent="0" algn="l">
              <a:lnSpc>
                <a:spcPct val="105000"/>
              </a:lnSpc>
              <a:buNone/>
              <a:defRPr sz="1500" b="1">
                <a:solidFill>
                  <a:srgbClr val="1C2024"/>
                </a:solidFill>
                <a:latin typeface="Arial"/>
                <a:cs typeface="Arial"/>
              </a:defRPr>
            </a:lvl2pPr>
            <a:lvl3pPr marL="0" indent="0" algn="l">
              <a:lnSpc>
                <a:spcPct val="120000"/>
              </a:lnSpc>
              <a:spcBef>
                <a:spcPts val="1000"/>
              </a:spcBef>
              <a:buNone/>
              <a:defRPr sz="1150" b="0">
                <a:solidFill>
                  <a:srgbClr val="1C2024"/>
                </a:solidFill>
                <a:latin typeface="Arial"/>
                <a:cs typeface="Arial"/>
              </a:defRPr>
            </a:lvl3pPr>
          </a:lstStyle>
          <a:p>
            <a:pPr lvl="1"/>
            <a:endParaRPr lang="de-DE"/>
          </a:p>
        </p:txBody>
      </p:sp>
      <p:sp>
        <p:nvSpPr>
          <p:cNvPr id="7" name="Schritt 4"/>
          <p:cNvSpPr>
            <a:spLocks noGrp="1"/>
          </p:cNvSpPr>
          <p:nvPr>
            <p:ph type="body" sz="quarter" idx="23"/>
          </p:nvPr>
        </p:nvSpPr>
        <p:spPr>
          <a:xfrm>
            <a:off x="9004554" y="1737360"/>
            <a:ext cx="2635758" cy="292608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lIns="164592" tIns="164592" rIns="164592" bIns="164592" anchor="t">
            <a:normAutofit/>
          </a:bodyPr>
          <a:lstStyle>
            <a:lvl1pPr marL="0" indent="0" algn="l">
              <a:lnSpc>
                <a:spcPct val="110000"/>
              </a:lnSpc>
              <a:spcAft>
                <a:spcPts val="200"/>
              </a:spcAft>
              <a:buNone/>
              <a:defRPr sz="900" b="1" cap="all">
                <a:solidFill>
                  <a:srgbClr val="1F6F6A"/>
                </a:solidFill>
                <a:latin typeface="Arial"/>
                <a:cs typeface="Arial"/>
              </a:defRPr>
            </a:lvl1pPr>
            <a:lvl2pPr marL="566928" indent="0" algn="l">
              <a:lnSpc>
                <a:spcPct val="105000"/>
              </a:lnSpc>
              <a:buNone/>
              <a:defRPr sz="1500" b="1">
                <a:solidFill>
                  <a:srgbClr val="1C2024"/>
                </a:solidFill>
                <a:latin typeface="Arial"/>
                <a:cs typeface="Arial"/>
              </a:defRPr>
            </a:lvl2pPr>
            <a:lvl3pPr marL="0" indent="0" algn="l">
              <a:lnSpc>
                <a:spcPct val="120000"/>
              </a:lnSpc>
              <a:spcBef>
                <a:spcPts val="1000"/>
              </a:spcBef>
              <a:buNone/>
              <a:defRPr sz="1150" b="0">
                <a:solidFill>
                  <a:srgbClr val="1C2024"/>
                </a:solidFill>
                <a:latin typeface="Arial"/>
                <a:cs typeface="Arial"/>
              </a:defRPr>
            </a:lvl3pPr>
          </a:lstStyle>
          <a:p>
            <a:pPr lvl="1"/>
            <a:endParaRPr lang="de-DE"/>
          </a:p>
        </p:txBody>
      </p:sp>
      <p:sp>
        <p:nvSpPr>
          <p:cNvPr id="20" name="Fußzeile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MindGraph Notes · {{ANLASS}}</a:t>
            </a:r>
          </a:p>
        </p:txBody>
      </p:sp>
      <p:sp>
        <p:nvSpPr>
          <p:cNvPr id="21" name="Foliennumm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Kennzahl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chzeile"/>
          <p:cNvSpPr>
            <a:spLocks noGrp="1"/>
          </p:cNvSpPr>
          <p:nvPr>
            <p:ph type="body" sz="quarter" idx="13"/>
          </p:nvPr>
        </p:nvSpPr>
        <p:spPr>
          <a:xfrm>
            <a:off x="548640" y="320040"/>
            <a:ext cx="8229600" cy="274320"/>
          </a:xfrm>
          <a:prstGeom prst="rect">
            <a:avLst/>
          </a:prstGeom>
        </p:spPr>
        <p:txBody>
          <a:bodyPr anchor="b" lIns="0" tIns="0" rIns="0" bIns="0">
            <a:normAutofit/>
          </a:bodyPr>
          <a:lstStyle>
            <a:lvl1pPr marL="0" indent="0" algn="l">
              <a:lnSpc>
                <a:spcPct val="110000"/>
              </a:lnSpc>
              <a:buNone/>
              <a:defRPr sz="1000" b="1" cap="all">
                <a:solidFill>
                  <a:srgbClr val="1F6F6A"/>
                </a:solidFill>
                <a:latin typeface="Arial"/>
                <a:cs typeface="Arial"/>
              </a:defRPr>
            </a:lvl1pPr>
          </a:lstStyle>
          <a:p>
            <a:endParaRPr lang="de-DE"/>
          </a:p>
        </p:txBody>
      </p:sp>
      <p:sp>
        <p:nvSpPr>
          <p:cNvPr id="3" name="Titel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Kennzahl 1"/>
          <p:cNvSpPr>
            <a:spLocks noGrp="1"/>
          </p:cNvSpPr>
          <p:nvPr>
            <p:ph type="body" sz="quarter" idx="20"/>
          </p:nvPr>
        </p:nvSpPr>
        <p:spPr>
          <a:xfrm>
            <a:off x="548640" y="1920240"/>
            <a:ext cx="3563112" cy="2468880"/>
          </a:xfrm>
          <a:prstGeom prst="roundRect">
            <a:avLst>
              <a:gd name="adj" fmla="val 6000"/>
            </a:avLst>
          </a:prstGeom>
          <a:solidFill>
            <a:srgbClr val="E3F0EE"/>
          </a:solidFill>
          <a:ln>
            <a:noFill/>
          </a:ln>
        </p:spPr>
        <p:txBody>
          <a:bodyPr lIns="164592" tIns="164592" rIns="164592" bIns="164592" anchor="t">
            <a:normAutofit/>
          </a:bodyPr>
          <a:lstStyle>
            <a:lvl1pPr marL="0" indent="0" algn="l">
              <a:lnSpc>
                <a:spcPct val="110000"/>
              </a:lnSpc>
              <a:spcAft>
                <a:spcPts val="400"/>
              </a:spcAft>
              <a:buNone/>
              <a:defRPr sz="1000" b="1" cap="all">
                <a:solidFill>
                  <a:srgbClr val="1F6F6A"/>
                </a:solidFill>
                <a:latin typeface="Arial"/>
                <a:cs typeface="Arial"/>
              </a:defRPr>
            </a:lvl1pPr>
            <a:lvl2pPr marL="0" indent="0" algn="l">
              <a:lnSpc>
                <a:spcPct val="100000"/>
              </a:lnSpc>
              <a:buNone/>
              <a:defRPr sz="4400" b="1">
                <a:solidFill>
                  <a:srgbClr val="1F6F6A"/>
                </a:solidFill>
                <a:latin typeface="Arial"/>
                <a:cs typeface="Arial"/>
              </a:defRPr>
            </a:lvl2pPr>
            <a:lvl3pPr marL="0" indent="0" algn="l">
              <a:lnSpc>
                <a:spcPct val="115000"/>
              </a:lnSpc>
              <a:spcBef>
                <a:spcPts val="600"/>
              </a:spcBef>
              <a:buNone/>
              <a:defRPr sz="1400" b="0">
                <a:solidFill>
                  <a:srgbClr val="5B636D"/>
                </a:solidFill>
                <a:latin typeface="Arial"/>
                <a:cs typeface="Arial"/>
              </a:defRPr>
            </a:lvl3pPr>
          </a:lstStyle>
          <a:p>
            <a:pPr lvl="1"/>
            <a:endParaRPr lang="de-DE"/>
          </a:p>
        </p:txBody>
      </p:sp>
      <p:sp>
        <p:nvSpPr>
          <p:cNvPr id="5" name="Kennzahl 2"/>
          <p:cNvSpPr>
            <a:spLocks noGrp="1"/>
          </p:cNvSpPr>
          <p:nvPr>
            <p:ph type="body" sz="quarter" idx="21"/>
          </p:nvPr>
        </p:nvSpPr>
        <p:spPr>
          <a:xfrm>
            <a:off x="4312920" y="1920240"/>
            <a:ext cx="3563112" cy="2468880"/>
          </a:xfrm>
          <a:prstGeom prst="roundRect">
            <a:avLst>
              <a:gd name="adj" fmla="val 6000"/>
            </a:avLst>
          </a:prstGeom>
          <a:solidFill>
            <a:srgbClr val="E3F0EE"/>
          </a:solidFill>
          <a:ln>
            <a:noFill/>
          </a:ln>
        </p:spPr>
        <p:txBody>
          <a:bodyPr lIns="164592" tIns="164592" rIns="164592" bIns="164592" anchor="t">
            <a:normAutofit/>
          </a:bodyPr>
          <a:lstStyle>
            <a:lvl1pPr marL="0" indent="0" algn="l">
              <a:lnSpc>
                <a:spcPct val="110000"/>
              </a:lnSpc>
              <a:spcAft>
                <a:spcPts val="400"/>
              </a:spcAft>
              <a:buNone/>
              <a:defRPr sz="1000" b="1" cap="all">
                <a:solidFill>
                  <a:srgbClr val="1F6F6A"/>
                </a:solidFill>
                <a:latin typeface="Arial"/>
                <a:cs typeface="Arial"/>
              </a:defRPr>
            </a:lvl1pPr>
            <a:lvl2pPr marL="0" indent="0" algn="l">
              <a:lnSpc>
                <a:spcPct val="100000"/>
              </a:lnSpc>
              <a:buNone/>
              <a:defRPr sz="4400" b="1">
                <a:solidFill>
                  <a:srgbClr val="1F6F6A"/>
                </a:solidFill>
                <a:latin typeface="Arial"/>
                <a:cs typeface="Arial"/>
              </a:defRPr>
            </a:lvl2pPr>
            <a:lvl3pPr marL="0" indent="0" algn="l">
              <a:lnSpc>
                <a:spcPct val="115000"/>
              </a:lnSpc>
              <a:spcBef>
                <a:spcPts val="600"/>
              </a:spcBef>
              <a:buNone/>
              <a:defRPr sz="1400" b="0">
                <a:solidFill>
                  <a:srgbClr val="5B636D"/>
                </a:solidFill>
                <a:latin typeface="Arial"/>
                <a:cs typeface="Arial"/>
              </a:defRPr>
            </a:lvl3pPr>
          </a:lstStyle>
          <a:p>
            <a:pPr lvl="1"/>
            <a:endParaRPr lang="de-DE"/>
          </a:p>
        </p:txBody>
      </p:sp>
      <p:sp>
        <p:nvSpPr>
          <p:cNvPr id="6" name="Kennzahl 3"/>
          <p:cNvSpPr>
            <a:spLocks noGrp="1"/>
          </p:cNvSpPr>
          <p:nvPr>
            <p:ph type="body" sz="quarter" idx="22"/>
          </p:nvPr>
        </p:nvSpPr>
        <p:spPr>
          <a:xfrm>
            <a:off x="8077200" y="1920240"/>
            <a:ext cx="3563112" cy="2468880"/>
          </a:xfrm>
          <a:prstGeom prst="roundRect">
            <a:avLst>
              <a:gd name="adj" fmla="val 6000"/>
            </a:avLst>
          </a:prstGeom>
          <a:solidFill>
            <a:srgbClr val="E3F0EE"/>
          </a:solidFill>
          <a:ln>
            <a:noFill/>
          </a:ln>
        </p:spPr>
        <p:txBody>
          <a:bodyPr lIns="164592" tIns="164592" rIns="164592" bIns="164592" anchor="t">
            <a:normAutofit/>
          </a:bodyPr>
          <a:lstStyle>
            <a:lvl1pPr marL="0" indent="0" algn="l">
              <a:lnSpc>
                <a:spcPct val="110000"/>
              </a:lnSpc>
              <a:spcAft>
                <a:spcPts val="400"/>
              </a:spcAft>
              <a:buNone/>
              <a:defRPr sz="1000" b="1" cap="all">
                <a:solidFill>
                  <a:srgbClr val="1F6F6A"/>
                </a:solidFill>
                <a:latin typeface="Arial"/>
                <a:cs typeface="Arial"/>
              </a:defRPr>
            </a:lvl1pPr>
            <a:lvl2pPr marL="0" indent="0" algn="l">
              <a:lnSpc>
                <a:spcPct val="100000"/>
              </a:lnSpc>
              <a:buNone/>
              <a:defRPr sz="4400" b="1">
                <a:solidFill>
                  <a:srgbClr val="1F6F6A"/>
                </a:solidFill>
                <a:latin typeface="Arial"/>
                <a:cs typeface="Arial"/>
              </a:defRPr>
            </a:lvl2pPr>
            <a:lvl3pPr marL="0" indent="0" algn="l">
              <a:lnSpc>
                <a:spcPct val="115000"/>
              </a:lnSpc>
              <a:spcBef>
                <a:spcPts val="600"/>
              </a:spcBef>
              <a:buNone/>
              <a:defRPr sz="1400" b="0">
                <a:solidFill>
                  <a:srgbClr val="5B636D"/>
                </a:solidFill>
                <a:latin typeface="Arial"/>
                <a:cs typeface="Arial"/>
              </a:defRPr>
            </a:lvl3pPr>
          </a:lstStyle>
          <a:p>
            <a:pPr lvl="1"/>
            <a:endParaRPr lang="de-DE"/>
          </a:p>
        </p:txBody>
      </p:sp>
      <p:sp>
        <p:nvSpPr>
          <p:cNvPr id="8" name="Fußzeile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MindGraph Notes · {{ANLASS}}</a:t>
            </a:r>
          </a:p>
        </p:txBody>
      </p:sp>
      <p:sp>
        <p:nvSpPr>
          <p:cNvPr id="9" name="Foliennumm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>
            <a:spLocks noGrp="1"/>
          </p:cNvSpPr>
          <p:nvPr>
            <p:ph type="title"/>
          </p:nvPr>
        </p:nvSpPr>
        <p:spPr>
          <a:xfrm>
            <a:off x="548640" y="566928"/>
            <a:ext cx="11064240" cy="822960"/>
          </a:xfrm>
          <a:prstGeom prst="rect">
            <a:avLst/>
          </a:prstGeom>
        </p:spPr>
        <p:txBody>
          <a:bodyPr anchor="t" lIns="0" tIns="0" rIns="0" bIns="0">
            <a:normAutofit/>
          </a:bodyPr>
          <a:lstStyle/>
          <a:p>
            <a:r>
              <a:rPr lang="de-DE"/>
              <a:t>Titel der Folie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548640" y="1737360"/>
            <a:ext cx="11091672" cy="4343400"/>
          </a:xfrm>
          <a:prstGeom prst="rect">
            <a:avLst/>
          </a:prstGeom>
        </p:spPr>
        <p:txBody>
          <a:bodyPr lIns="45720" tIns="22860" rIns="45720" bIns="22860">
            <a:normAutofit/>
          </a:bodyPr>
          <a:lstStyle/>
          <a:p>
            <a:r>
              <a:rPr lang="de-DE"/>
              <a:t>Text</a:t>
            </a:r>
          </a:p>
        </p:txBody>
      </p:sp>
      <p:sp>
        <p:nvSpPr>
          <p:cNvPr id="4" name="Fußzeile"/>
          <p:cNvSpPr>
            <a:spLocks noGrp="1"/>
          </p:cNvSpPr>
          <p:nvPr>
            <p:ph type="ftr" sz="quarter" idx="11"/>
          </p:nvPr>
        </p:nvSpPr>
        <p:spPr>
          <a:xfrm>
            <a:off x="548640" y="6400800"/>
            <a:ext cx="9144000" cy="274320"/>
          </a:xfrm>
          <a:prstGeom prst="rect">
            <a:avLst/>
          </a:prstGeom>
        </p:spPr>
        <p:txBody>
          <a:bodyPr anchor="ctr" lIns="0" tIns="0" rIns="0" bIns="0">
            <a:normAutofit/>
          </a:bodyPr>
          <a:lstStyle>
            <a:lvl1pPr marL="0" indent="0" algn="l">
              <a:lnSpc>
                <a:spcPct val="110000"/>
              </a:lnSpc>
              <a:buNone/>
              <a:defRPr sz="900" b="0">
                <a:solidFill>
                  <a:srgbClr val="5B636D"/>
                </a:solidFill>
                <a:latin typeface="Arial"/>
                <a:cs typeface="Arial"/>
              </a:defRPr>
            </a:lvl1pPr>
          </a:lstStyle>
          <a:p>
            <a:endParaRPr lang="de-DE"/>
          </a:p>
        </p:txBody>
      </p:sp>
      <p:sp>
        <p:nvSpPr>
          <p:cNvPr id="5" name="Foliennummer"/>
          <p:cNvSpPr>
            <a:spLocks noGrp="1"/>
          </p:cNvSpPr>
          <p:nvPr>
            <p:ph type="sldNum" sz="quarter" idx="12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</p:spPr>
        <p:txBody>
          <a:bodyPr anchor="ctr" lIns="0" tIns="0" rIns="0" bIns="0">
            <a:normAutofit/>
          </a:bodyPr>
          <a:lstStyle>
            <a:lvl1pPr marL="0" indent="0" algn="r">
              <a:lnSpc>
                <a:spcPct val="110000"/>
              </a:lnSpc>
              <a:buNone/>
              <a:defRPr sz="900" b="0">
                <a:solidFill>
                  <a:srgbClr val="5B636D"/>
                </a:solidFill>
                <a:latin typeface="Arial"/>
                <a:cs typeface="Arial"/>
              </a:defRPr>
            </a:lvl1pPr>
          </a:lstStyle>
          <a:p>
            <a:endParaRPr lang="de-DE"/>
          </a:p>
        </p:txBody>
      </p:sp>
      <p:sp>
        <p:nvSpPr>
          <p:cNvPr id="6" name="Trennlinie"/>
          <p:cNvSpPr/>
          <p:nvPr userDrawn="1"/>
        </p:nvSpPr>
        <p:spPr>
          <a:xfrm>
            <a:off x="548640" y="1417320"/>
            <a:ext cx="11091672" cy="9510"/>
          </a:xfrm>
          <a:prstGeom prst="rect">
            <a:avLst/>
          </a:prstGeom>
          <a:solidFill>
            <a:srgbClr val="D5D9DE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dt="0"/>
  <p:txStyles>
    <p:titleStyle>
      <a:lvl1pPr marL="0" indent="0" algn="l">
        <a:lnSpc>
          <a:spcPct val="110000"/>
        </a:lnSpc>
        <a:buNone/>
        <a:defRPr sz="2600" b="1">
          <a:solidFill>
            <a:srgbClr val="1C2024"/>
          </a:solidFill>
          <a:latin typeface="Arial"/>
          <a:cs typeface="Arial"/>
        </a:defRPr>
      </a:lvl1pPr>
    </p:titleStyle>
    <p:bodyStyle>
      <a:lvl1pPr marL="274320" indent="-274320" algn="l">
        <a:lnSpc>
          <a:spcPct val="110000"/>
        </a:lnSpc>
        <a:spcBef>
          <a:spcPts val="800"/>
        </a:spcBef>
        <a:buClr>
          <a:srgbClr val="1F6F6A"/>
        </a:buClr>
        <a:buFont typeface="Arial"/>
        <a:buChar char="•"/>
        <a:defRPr sz="1800" b="0">
          <a:solidFill>
            <a:srgbClr val="1C2024"/>
          </a:solidFill>
          <a:latin typeface="Arial"/>
          <a:cs typeface="Arial"/>
        </a:defRPr>
      </a:lvl1pPr>
      <a:lvl2pPr marL="594360" indent="-256032" algn="l">
        <a:lnSpc>
          <a:spcPct val="110000"/>
        </a:lnSpc>
        <a:spcBef>
          <a:spcPts val="400"/>
        </a:spcBef>
        <a:buClr>
          <a:srgbClr val="5B636D"/>
        </a:buClr>
        <a:buFont typeface="Arial"/>
        <a:buChar char="–"/>
        <a:defRPr sz="1600" b="0">
          <a:solidFill>
            <a:srgbClr val="1C2024"/>
          </a:solidFill>
          <a:latin typeface="Arial"/>
          <a:cs typeface="Arial"/>
        </a:defRPr>
      </a:lvl2pPr>
      <a:lvl3pPr marL="914400" indent="-228600" algn="l">
        <a:lnSpc>
          <a:spcPct val="110000"/>
        </a:lnSpc>
        <a:spcBef>
          <a:spcPts val="200"/>
        </a:spcBef>
        <a:buClr>
          <a:srgbClr val="5B636D"/>
        </a:buClr>
        <a:buFont typeface="Arial"/>
        <a:buChar char="–"/>
        <a:defRPr sz="1400" b="0">
          <a:solidFill>
            <a:srgbClr val="5B636D"/>
          </a:solidFill>
          <a:latin typeface="Arial"/>
          <a:cs typeface="Arial"/>
        </a:defRPr>
      </a:lvl3pPr>
      <a:lvl4pPr marL="1188720" indent="-228600" algn="l">
        <a:lnSpc>
          <a:spcPct val="110000"/>
        </a:lnSpc>
        <a:spcBef>
          <a:spcPts val="200"/>
        </a:spcBef>
        <a:buClr>
          <a:srgbClr val="5B636D"/>
        </a:buClr>
        <a:buFont typeface="Arial"/>
        <a:buChar char="–"/>
        <a:defRPr sz="1400" b="0">
          <a:solidFill>
            <a:srgbClr val="5B636D"/>
          </a:solidFill>
          <a:latin typeface="Arial"/>
          <a:cs typeface="Arial"/>
        </a:defRPr>
      </a:lvl4pPr>
    </p:bodyStyle>
    <p:otherStyle>
      <a:lvl1pPr marL="0" indent="0" algn="l">
        <a:lnSpc>
          <a:spcPct val="110000"/>
        </a:lnSpc>
        <a:buNone/>
        <a:defRPr sz="1800" b="0">
          <a:solidFill>
            <a:srgbClr val="1C2024"/>
          </a:solidFill>
          <a:latin typeface="Arial"/>
          <a:cs typeface="Arial"/>
        </a:defRPr>
      </a:lvl1pPr>
    </p:otherStyle>
  </p:txStyles>
</p:sldMaster>
</file>

<file path=ppt/theme/theme1.xml><?xml version="1.0" encoding="utf-8"?>
<a:theme xmlns:a="http://schemas.openxmlformats.org/drawingml/2006/main" name="MindGraph Hausstil">
  <a:themeElements>
    <a:clrScheme name="MindGraph">
      <a:dk1>
        <a:srgbClr val="1C2024"/>
      </a:dk1>
      <a:lt1>
        <a:srgbClr val="FFFFFF"/>
      </a:lt1>
      <a:dk2>
        <a:srgbClr val="222B3A"/>
      </a:dk2>
      <a:lt2>
        <a:srgbClr val="F3F4F6"/>
      </a:lt2>
      <a:accent1>
        <a:srgbClr val="1F6F6A"/>
      </a:accent1>
      <a:accent2>
        <a:srgbClr val="B87912"/>
      </a:accent2>
      <a:accent3>
        <a:srgbClr val="2B8A57"/>
      </a:accent3>
      <a:accent4>
        <a:srgbClr val="B83E3E"/>
      </a:accent4>
      <a:accent5>
        <a:srgbClr val="5B636D"/>
      </a:accent5>
      <a:accent6>
        <a:srgbClr val="9FD3CB"/>
      </a:accent6>
      <a:hlink>
        <a:srgbClr val="1F6F6A"/>
      </a:hlink>
      <a:folHlink>
        <a:srgbClr val="5B636D"/>
      </a:folHlink>
    </a:clrScheme>
    <a:fontScheme name="MindGraph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MindGraph Hausstil</dc:title>
  <dc:subject/>
  <dc:creator>MindGraph Notes</dc:creator>
  <cp:keywords/>
  <dc:description>generated using python-pptx</dc:description>
  <cp:lastModifiedBy>MindGraph Notes</cp:lastModifiedBy>
  <cp:revision>1</cp:revision>
  <dcterms:created xsi:type="dcterms:W3CDTF">2013-01-27T09:14:16Z</dcterms:created>
  <dcterms:modified xsi:type="dcterms:W3CDTF">2013-01-27T09:15:58Z</dcterms:modified>
  <cp:category/>
</cp:coreProperties>
</file>